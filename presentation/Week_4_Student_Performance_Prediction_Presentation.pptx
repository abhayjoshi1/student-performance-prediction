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B14F60-AAF6-4F5C-8E1E-2B566F7729C6}" v="84" dt="2026-07-10T11:28:05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ay Joshi" userId="0b44f437fe15df5a" providerId="LiveId" clId="{012C3C4A-214D-4B81-BCA4-ADAFDDFE6B12}"/>
    <pc:docChg chg="undo custSel addSld delSld modSld">
      <pc:chgData name="Abhay Joshi" userId="0b44f437fe15df5a" providerId="LiveId" clId="{012C3C4A-214D-4B81-BCA4-ADAFDDFE6B12}" dt="2026-07-10T11:28:13.099" v="489" actId="14100"/>
      <pc:docMkLst>
        <pc:docMk/>
      </pc:docMkLst>
      <pc:sldChg chg="modSp mod">
        <pc:chgData name="Abhay Joshi" userId="0b44f437fe15df5a" providerId="LiveId" clId="{012C3C4A-214D-4B81-BCA4-ADAFDDFE6B12}" dt="2026-07-10T10:41:52.475" v="36" actId="255"/>
        <pc:sldMkLst>
          <pc:docMk/>
          <pc:sldMk cId="1665929575" sldId="257"/>
        </pc:sldMkLst>
        <pc:spChg chg="mod">
          <ac:chgData name="Abhay Joshi" userId="0b44f437fe15df5a" providerId="LiveId" clId="{012C3C4A-214D-4B81-BCA4-ADAFDDFE6B12}" dt="2026-07-10T10:41:04.142" v="31" actId="255"/>
          <ac:spMkLst>
            <pc:docMk/>
            <pc:sldMk cId="1665929575" sldId="257"/>
            <ac:spMk id="2" creationId="{FB9EE89C-28B0-D1C5-E779-50E6A62565A3}"/>
          </ac:spMkLst>
        </pc:spChg>
        <pc:spChg chg="mod">
          <ac:chgData name="Abhay Joshi" userId="0b44f437fe15df5a" providerId="LiveId" clId="{012C3C4A-214D-4B81-BCA4-ADAFDDFE6B12}" dt="2026-07-10T10:41:52.475" v="36" actId="255"/>
          <ac:spMkLst>
            <pc:docMk/>
            <pc:sldMk cId="1665929575" sldId="257"/>
            <ac:spMk id="3" creationId="{F68FD736-CB3D-ED99-B4CA-7FF5D89F14F3}"/>
          </ac:spMkLst>
        </pc:spChg>
      </pc:sldChg>
      <pc:sldChg chg="modSp new mod">
        <pc:chgData name="Abhay Joshi" userId="0b44f437fe15df5a" providerId="LiveId" clId="{012C3C4A-214D-4B81-BCA4-ADAFDDFE6B12}" dt="2026-07-10T10:46:46.489" v="74" actId="115"/>
        <pc:sldMkLst>
          <pc:docMk/>
          <pc:sldMk cId="1801888788" sldId="258"/>
        </pc:sldMkLst>
        <pc:spChg chg="mod">
          <ac:chgData name="Abhay Joshi" userId="0b44f437fe15df5a" providerId="LiveId" clId="{012C3C4A-214D-4B81-BCA4-ADAFDDFE6B12}" dt="2026-07-10T10:46:46.489" v="74" actId="115"/>
          <ac:spMkLst>
            <pc:docMk/>
            <pc:sldMk cId="1801888788" sldId="258"/>
            <ac:spMk id="2" creationId="{F7706EF6-91CC-4C8D-A8F8-66FCE8D3FE4C}"/>
          </ac:spMkLst>
        </pc:spChg>
        <pc:spChg chg="mod">
          <ac:chgData name="Abhay Joshi" userId="0b44f437fe15df5a" providerId="LiveId" clId="{012C3C4A-214D-4B81-BCA4-ADAFDDFE6B12}" dt="2026-07-10T10:43:24.526" v="50"/>
          <ac:spMkLst>
            <pc:docMk/>
            <pc:sldMk cId="1801888788" sldId="258"/>
            <ac:spMk id="3" creationId="{3DF36072-7AAE-EF4D-405F-2A5812A8A2E4}"/>
          </ac:spMkLst>
        </pc:spChg>
        <pc:spChg chg="mod">
          <ac:chgData name="Abhay Joshi" userId="0b44f437fe15df5a" providerId="LiveId" clId="{012C3C4A-214D-4B81-BCA4-ADAFDDFE6B12}" dt="2026-07-10T10:45:17.562" v="69"/>
          <ac:spMkLst>
            <pc:docMk/>
            <pc:sldMk cId="1801888788" sldId="258"/>
            <ac:spMk id="4" creationId="{F9FFC0A1-2760-4407-3A22-46B1757986FD}"/>
          </ac:spMkLst>
        </pc:spChg>
      </pc:sldChg>
      <pc:sldChg chg="addSp delSp modSp new mod">
        <pc:chgData name="Abhay Joshi" userId="0b44f437fe15df5a" providerId="LiveId" clId="{012C3C4A-214D-4B81-BCA4-ADAFDDFE6B12}" dt="2026-07-10T10:52:12.195" v="107" actId="14100"/>
        <pc:sldMkLst>
          <pc:docMk/>
          <pc:sldMk cId="3633367247" sldId="259"/>
        </pc:sldMkLst>
        <pc:spChg chg="mod">
          <ac:chgData name="Abhay Joshi" userId="0b44f437fe15df5a" providerId="LiveId" clId="{012C3C4A-214D-4B81-BCA4-ADAFDDFE6B12}" dt="2026-07-10T10:49:55.809" v="86" actId="14100"/>
          <ac:spMkLst>
            <pc:docMk/>
            <pc:sldMk cId="3633367247" sldId="259"/>
            <ac:spMk id="2" creationId="{467173AE-113E-7A0D-C527-9781A961C399}"/>
          </ac:spMkLst>
        </pc:spChg>
        <pc:spChg chg="del">
          <ac:chgData name="Abhay Joshi" userId="0b44f437fe15df5a" providerId="LiveId" clId="{012C3C4A-214D-4B81-BCA4-ADAFDDFE6B12}" dt="2026-07-10T10:48:22.322" v="76" actId="1032"/>
          <ac:spMkLst>
            <pc:docMk/>
            <pc:sldMk cId="3633367247" sldId="259"/>
            <ac:spMk id="3" creationId="{90BA0B39-3332-5067-2AD1-201F9326118B}"/>
          </ac:spMkLst>
        </pc:spChg>
        <pc:graphicFrameChg chg="add mod modGraphic">
          <ac:chgData name="Abhay Joshi" userId="0b44f437fe15df5a" providerId="LiveId" clId="{012C3C4A-214D-4B81-BCA4-ADAFDDFE6B12}" dt="2026-07-10T10:52:12.195" v="107" actId="14100"/>
          <ac:graphicFrameMkLst>
            <pc:docMk/>
            <pc:sldMk cId="3633367247" sldId="259"/>
            <ac:graphicFrameMk id="4" creationId="{F661DE20-8693-62E4-85CD-2D11BB2F6EE8}"/>
          </ac:graphicFrameMkLst>
        </pc:graphicFrameChg>
      </pc:sldChg>
      <pc:sldChg chg="addSp delSp modSp new mod">
        <pc:chgData name="Abhay Joshi" userId="0b44f437fe15df5a" providerId="LiveId" clId="{012C3C4A-214D-4B81-BCA4-ADAFDDFE6B12}" dt="2026-07-10T11:00:20.214" v="266" actId="20577"/>
        <pc:sldMkLst>
          <pc:docMk/>
          <pc:sldMk cId="863582370" sldId="260"/>
        </pc:sldMkLst>
        <pc:spChg chg="mod">
          <ac:chgData name="Abhay Joshi" userId="0b44f437fe15df5a" providerId="LiveId" clId="{012C3C4A-214D-4B81-BCA4-ADAFDDFE6B12}" dt="2026-07-10T10:59:19.065" v="198" actId="14100"/>
          <ac:spMkLst>
            <pc:docMk/>
            <pc:sldMk cId="863582370" sldId="260"/>
            <ac:spMk id="2" creationId="{C3C5774D-9BFB-1F45-6A1C-60141884D23E}"/>
          </ac:spMkLst>
        </pc:spChg>
        <pc:spChg chg="del mod">
          <ac:chgData name="Abhay Joshi" userId="0b44f437fe15df5a" providerId="LiveId" clId="{012C3C4A-214D-4B81-BCA4-ADAFDDFE6B12}" dt="2026-07-10T10:54:10.651" v="114" actId="931"/>
          <ac:spMkLst>
            <pc:docMk/>
            <pc:sldMk cId="863582370" sldId="260"/>
            <ac:spMk id="3" creationId="{C703D8C3-74C4-A468-1CE3-3A15A5C88ABE}"/>
          </ac:spMkLst>
        </pc:spChg>
        <pc:spChg chg="del">
          <ac:chgData name="Abhay Joshi" userId="0b44f437fe15df5a" providerId="LiveId" clId="{012C3C4A-214D-4B81-BCA4-ADAFDDFE6B12}" dt="2026-07-10T10:56:13.676" v="123" actId="931"/>
          <ac:spMkLst>
            <pc:docMk/>
            <pc:sldMk cId="863582370" sldId="260"/>
            <ac:spMk id="4" creationId="{50C92390-160E-4388-A463-6EFB9745DDB7}"/>
          </ac:spMkLst>
        </pc:spChg>
        <pc:spChg chg="add mod">
          <ac:chgData name="Abhay Joshi" userId="0b44f437fe15df5a" providerId="LiveId" clId="{012C3C4A-214D-4B81-BCA4-ADAFDDFE6B12}" dt="2026-07-10T11:00:13.996" v="232" actId="20577"/>
          <ac:spMkLst>
            <pc:docMk/>
            <pc:sldMk cId="863582370" sldId="260"/>
            <ac:spMk id="8" creationId="{273C1D14-C31F-EEBF-0980-9C09467FEC52}"/>
          </ac:spMkLst>
        </pc:spChg>
        <pc:spChg chg="add del mod">
          <ac:chgData name="Abhay Joshi" userId="0b44f437fe15df5a" providerId="LiveId" clId="{012C3C4A-214D-4B81-BCA4-ADAFDDFE6B12}" dt="2026-07-10T10:56:53.051" v="146" actId="931"/>
          <ac:spMkLst>
            <pc:docMk/>
            <pc:sldMk cId="863582370" sldId="260"/>
            <ac:spMk id="12" creationId="{78B6AC5A-8038-FB7F-53C3-3CB74A61470F}"/>
          </ac:spMkLst>
        </pc:spChg>
        <pc:spChg chg="add mod">
          <ac:chgData name="Abhay Joshi" userId="0b44f437fe15df5a" providerId="LiveId" clId="{012C3C4A-214D-4B81-BCA4-ADAFDDFE6B12}" dt="2026-07-10T11:00:20.214" v="266" actId="20577"/>
          <ac:spMkLst>
            <pc:docMk/>
            <pc:sldMk cId="863582370" sldId="260"/>
            <ac:spMk id="16" creationId="{395204E9-F9E7-F27E-5D62-785379F5C582}"/>
          </ac:spMkLst>
        </pc:spChg>
        <pc:picChg chg="add del mod ord">
          <ac:chgData name="Abhay Joshi" userId="0b44f437fe15df5a" providerId="LiveId" clId="{012C3C4A-214D-4B81-BCA4-ADAFDDFE6B12}" dt="2026-07-10T10:55:48.345" v="118" actId="21"/>
          <ac:picMkLst>
            <pc:docMk/>
            <pc:sldMk cId="863582370" sldId="260"/>
            <ac:picMk id="6" creationId="{8475D976-EA41-381D-69C3-D57C5E0D957D}"/>
          </ac:picMkLst>
        </pc:picChg>
        <pc:picChg chg="add del mod ord">
          <ac:chgData name="Abhay Joshi" userId="0b44f437fe15df5a" providerId="LiveId" clId="{012C3C4A-214D-4B81-BCA4-ADAFDDFE6B12}" dt="2026-07-10T10:56:23.799" v="124" actId="21"/>
          <ac:picMkLst>
            <pc:docMk/>
            <pc:sldMk cId="863582370" sldId="260"/>
            <ac:picMk id="10" creationId="{29EDFE62-69E5-9F15-9C4B-64895BF9BF5C}"/>
          </ac:picMkLst>
        </pc:picChg>
        <pc:picChg chg="add del mod ord">
          <ac:chgData name="Abhay Joshi" userId="0b44f437fe15df5a" providerId="LiveId" clId="{012C3C4A-214D-4B81-BCA4-ADAFDDFE6B12}" dt="2026-07-10T10:56:59.115" v="147" actId="21"/>
          <ac:picMkLst>
            <pc:docMk/>
            <pc:sldMk cId="863582370" sldId="260"/>
            <ac:picMk id="14" creationId="{1871456B-569C-7167-8DD0-5F2B87C16CAC}"/>
          </ac:picMkLst>
        </pc:picChg>
        <pc:picChg chg="add mod">
          <ac:chgData name="Abhay Joshi" userId="0b44f437fe15df5a" providerId="LiveId" clId="{012C3C4A-214D-4B81-BCA4-ADAFDDFE6B12}" dt="2026-07-10T10:59:02.386" v="195" actId="14100"/>
          <ac:picMkLst>
            <pc:docMk/>
            <pc:sldMk cId="863582370" sldId="260"/>
            <ac:picMk id="18" creationId="{29325610-B0FF-944F-529F-34BC3AAFF6C6}"/>
          </ac:picMkLst>
        </pc:picChg>
        <pc:picChg chg="add mod">
          <ac:chgData name="Abhay Joshi" userId="0b44f437fe15df5a" providerId="LiveId" clId="{012C3C4A-214D-4B81-BCA4-ADAFDDFE6B12}" dt="2026-07-10T11:00:07.467" v="203" actId="14100"/>
          <ac:picMkLst>
            <pc:docMk/>
            <pc:sldMk cId="863582370" sldId="260"/>
            <ac:picMk id="20" creationId="{B4346723-6AFB-C959-A8C6-42967B5D3883}"/>
          </ac:picMkLst>
        </pc:picChg>
      </pc:sldChg>
      <pc:sldChg chg="addSp delSp modSp new mod">
        <pc:chgData name="Abhay Joshi" userId="0b44f437fe15df5a" providerId="LiveId" clId="{012C3C4A-214D-4B81-BCA4-ADAFDDFE6B12}" dt="2026-07-10T11:05:35.069" v="317" actId="14100"/>
        <pc:sldMkLst>
          <pc:docMk/>
          <pc:sldMk cId="1709344123" sldId="261"/>
        </pc:sldMkLst>
        <pc:spChg chg="mod">
          <ac:chgData name="Abhay Joshi" userId="0b44f437fe15df5a" providerId="LiveId" clId="{012C3C4A-214D-4B81-BCA4-ADAFDDFE6B12}" dt="2026-07-10T11:05:31.025" v="316" actId="14100"/>
          <ac:spMkLst>
            <pc:docMk/>
            <pc:sldMk cId="1709344123" sldId="261"/>
            <ac:spMk id="2" creationId="{0B1C4272-739F-23E8-1856-5BB1E1B90FCD}"/>
          </ac:spMkLst>
        </pc:spChg>
        <pc:spChg chg="del mod">
          <ac:chgData name="Abhay Joshi" userId="0b44f437fe15df5a" providerId="LiveId" clId="{012C3C4A-214D-4B81-BCA4-ADAFDDFE6B12}" dt="2026-07-10T11:02:09.153" v="273" actId="931"/>
          <ac:spMkLst>
            <pc:docMk/>
            <pc:sldMk cId="1709344123" sldId="261"/>
            <ac:spMk id="3" creationId="{8DE5A1FE-DEF4-8E12-25CE-88D80130B7A8}"/>
          </ac:spMkLst>
        </pc:spChg>
        <pc:spChg chg="add mod">
          <ac:chgData name="Abhay Joshi" userId="0b44f437fe15df5a" providerId="LiveId" clId="{012C3C4A-214D-4B81-BCA4-ADAFDDFE6B12}" dt="2026-07-10T11:04:58.987" v="313" actId="27636"/>
          <ac:spMkLst>
            <pc:docMk/>
            <pc:sldMk cId="1709344123" sldId="261"/>
            <ac:spMk id="7" creationId="{C7722F0E-6A3B-CE13-9FC7-54F6B2B78094}"/>
          </ac:spMkLst>
        </pc:spChg>
        <pc:picChg chg="add del mod ord">
          <ac:chgData name="Abhay Joshi" userId="0b44f437fe15df5a" providerId="LiveId" clId="{012C3C4A-214D-4B81-BCA4-ADAFDDFE6B12}" dt="2026-07-10T11:02:43.765" v="282" actId="21"/>
          <ac:picMkLst>
            <pc:docMk/>
            <pc:sldMk cId="1709344123" sldId="261"/>
            <ac:picMk id="5" creationId="{6CA814C8-B039-ED13-E5CC-2D8798D7D67E}"/>
          </ac:picMkLst>
        </pc:picChg>
        <pc:picChg chg="add mod">
          <ac:chgData name="Abhay Joshi" userId="0b44f437fe15df5a" providerId="LiveId" clId="{012C3C4A-214D-4B81-BCA4-ADAFDDFE6B12}" dt="2026-07-10T11:05:35.069" v="317" actId="14100"/>
          <ac:picMkLst>
            <pc:docMk/>
            <pc:sldMk cId="1709344123" sldId="261"/>
            <ac:picMk id="9" creationId="{87575840-7CDF-60CE-4BD9-571AC7C9F110}"/>
          </ac:picMkLst>
        </pc:picChg>
      </pc:sldChg>
      <pc:sldChg chg="modSp new del mod">
        <pc:chgData name="Abhay Joshi" userId="0b44f437fe15df5a" providerId="LiveId" clId="{012C3C4A-214D-4B81-BCA4-ADAFDDFE6B12}" dt="2026-07-10T11:14:51.079" v="323" actId="2696"/>
        <pc:sldMkLst>
          <pc:docMk/>
          <pc:sldMk cId="917674518" sldId="262"/>
        </pc:sldMkLst>
        <pc:spChg chg="mod">
          <ac:chgData name="Abhay Joshi" userId="0b44f437fe15df5a" providerId="LiveId" clId="{012C3C4A-214D-4B81-BCA4-ADAFDDFE6B12}" dt="2026-07-10T11:07:04.568" v="322"/>
          <ac:spMkLst>
            <pc:docMk/>
            <pc:sldMk cId="917674518" sldId="262"/>
            <ac:spMk id="2" creationId="{DF6B0135-8FC9-DC7A-66C5-55E57BE17837}"/>
          </ac:spMkLst>
        </pc:spChg>
      </pc:sldChg>
      <pc:sldChg chg="addSp delSp modSp new mod">
        <pc:chgData name="Abhay Joshi" userId="0b44f437fe15df5a" providerId="LiveId" clId="{012C3C4A-214D-4B81-BCA4-ADAFDDFE6B12}" dt="2026-07-10T11:19:10.247" v="404"/>
        <pc:sldMkLst>
          <pc:docMk/>
          <pc:sldMk cId="705147779" sldId="263"/>
        </pc:sldMkLst>
        <pc:spChg chg="mod">
          <ac:chgData name="Abhay Joshi" userId="0b44f437fe15df5a" providerId="LiveId" clId="{012C3C4A-214D-4B81-BCA4-ADAFDDFE6B12}" dt="2026-07-10T11:15:20.046" v="372" actId="20577"/>
          <ac:spMkLst>
            <pc:docMk/>
            <pc:sldMk cId="705147779" sldId="263"/>
            <ac:spMk id="2" creationId="{F90B5BC6-DCDE-A106-22DF-7C476FE30B1F}"/>
          </ac:spMkLst>
        </pc:spChg>
        <pc:spChg chg="del mod">
          <ac:chgData name="Abhay Joshi" userId="0b44f437fe15df5a" providerId="LiveId" clId="{012C3C4A-214D-4B81-BCA4-ADAFDDFE6B12}" dt="2026-07-10T11:15:46.127" v="374" actId="1032"/>
          <ac:spMkLst>
            <pc:docMk/>
            <pc:sldMk cId="705147779" sldId="263"/>
            <ac:spMk id="3" creationId="{325C1C92-BDA5-7159-47F1-7A538AA746AA}"/>
          </ac:spMkLst>
        </pc:spChg>
        <pc:spChg chg="mod">
          <ac:chgData name="Abhay Joshi" userId="0b44f437fe15df5a" providerId="LiveId" clId="{012C3C4A-214D-4B81-BCA4-ADAFDDFE6B12}" dt="2026-07-10T11:19:10.247" v="404"/>
          <ac:spMkLst>
            <pc:docMk/>
            <pc:sldMk cId="705147779" sldId="263"/>
            <ac:spMk id="4" creationId="{453A474C-BEEC-4018-F9A1-1F220CAAC40C}"/>
          </ac:spMkLst>
        </pc:spChg>
        <pc:graphicFrameChg chg="add mod modGraphic">
          <ac:chgData name="Abhay Joshi" userId="0b44f437fe15df5a" providerId="LiveId" clId="{012C3C4A-214D-4B81-BCA4-ADAFDDFE6B12}" dt="2026-07-10T11:17:44.223" v="387" actId="20577"/>
          <ac:graphicFrameMkLst>
            <pc:docMk/>
            <pc:sldMk cId="705147779" sldId="263"/>
            <ac:graphicFrameMk id="5" creationId="{7685E0B9-D1EB-21BB-1BE2-5F0D982DE9B2}"/>
          </ac:graphicFrameMkLst>
        </pc:graphicFrameChg>
      </pc:sldChg>
      <pc:sldChg chg="addSp delSp modSp new mod">
        <pc:chgData name="Abhay Joshi" userId="0b44f437fe15df5a" providerId="LiveId" clId="{012C3C4A-214D-4B81-BCA4-ADAFDDFE6B12}" dt="2026-07-10T11:23:44.187" v="446" actId="14100"/>
        <pc:sldMkLst>
          <pc:docMk/>
          <pc:sldMk cId="771480904" sldId="264"/>
        </pc:sldMkLst>
        <pc:spChg chg="mod">
          <ac:chgData name="Abhay Joshi" userId="0b44f437fe15df5a" providerId="LiveId" clId="{012C3C4A-214D-4B81-BCA4-ADAFDDFE6B12}" dt="2026-07-10T11:19:50.686" v="412"/>
          <ac:spMkLst>
            <pc:docMk/>
            <pc:sldMk cId="771480904" sldId="264"/>
            <ac:spMk id="2" creationId="{DA69E9B2-1ED4-D514-ACEF-3BAE71537A69}"/>
          </ac:spMkLst>
        </pc:spChg>
        <pc:spChg chg="mod">
          <ac:chgData name="Abhay Joshi" userId="0b44f437fe15df5a" providerId="LiveId" clId="{012C3C4A-214D-4B81-BCA4-ADAFDDFE6B12}" dt="2026-07-10T11:21:07.564" v="425" actId="14100"/>
          <ac:spMkLst>
            <pc:docMk/>
            <pc:sldMk cId="771480904" sldId="264"/>
            <ac:spMk id="3" creationId="{A3EBD1DA-0E2D-6123-82CB-0A133A820970}"/>
          </ac:spMkLst>
        </pc:spChg>
        <pc:spChg chg="del">
          <ac:chgData name="Abhay Joshi" userId="0b44f437fe15df5a" providerId="LiveId" clId="{012C3C4A-214D-4B81-BCA4-ADAFDDFE6B12}" dt="2026-07-10T11:20:43.102" v="418" actId="3680"/>
          <ac:spMkLst>
            <pc:docMk/>
            <pc:sldMk cId="771480904" sldId="264"/>
            <ac:spMk id="4" creationId="{27F2B4AE-CC25-45F3-CCF5-2FEE76FEF461}"/>
          </ac:spMkLst>
        </pc:spChg>
        <pc:graphicFrameChg chg="add mod ord modGraphic">
          <ac:chgData name="Abhay Joshi" userId="0b44f437fe15df5a" providerId="LiveId" clId="{012C3C4A-214D-4B81-BCA4-ADAFDDFE6B12}" dt="2026-07-10T11:23:03.868" v="443"/>
          <ac:graphicFrameMkLst>
            <pc:docMk/>
            <pc:sldMk cId="771480904" sldId="264"/>
            <ac:graphicFrameMk id="5" creationId="{19AB9DB1-CCD6-4E1E-A43E-1D696707D672}"/>
          </ac:graphicFrameMkLst>
        </pc:graphicFrameChg>
        <pc:picChg chg="add mod">
          <ac:chgData name="Abhay Joshi" userId="0b44f437fe15df5a" providerId="LiveId" clId="{012C3C4A-214D-4B81-BCA4-ADAFDDFE6B12}" dt="2026-07-10T11:23:44.187" v="446" actId="14100"/>
          <ac:picMkLst>
            <pc:docMk/>
            <pc:sldMk cId="771480904" sldId="264"/>
            <ac:picMk id="7" creationId="{40EA476A-3690-EC48-BDE3-4F23BBCBF6F5}"/>
          </ac:picMkLst>
        </pc:picChg>
      </pc:sldChg>
      <pc:sldChg chg="new del">
        <pc:chgData name="Abhay Joshi" userId="0b44f437fe15df5a" providerId="LiveId" clId="{012C3C4A-214D-4B81-BCA4-ADAFDDFE6B12}" dt="2026-07-10T11:19:32.279" v="405" actId="2696"/>
        <pc:sldMkLst>
          <pc:docMk/>
          <pc:sldMk cId="2018427386" sldId="264"/>
        </pc:sldMkLst>
      </pc:sldChg>
      <pc:sldChg chg="modSp new mod">
        <pc:chgData name="Abhay Joshi" userId="0b44f437fe15df5a" providerId="LiveId" clId="{012C3C4A-214D-4B81-BCA4-ADAFDDFE6B12}" dt="2026-07-10T11:26:52.131" v="483"/>
        <pc:sldMkLst>
          <pc:docMk/>
          <pc:sldMk cId="613603135" sldId="265"/>
        </pc:sldMkLst>
        <pc:spChg chg="mod">
          <ac:chgData name="Abhay Joshi" userId="0b44f437fe15df5a" providerId="LiveId" clId="{012C3C4A-214D-4B81-BCA4-ADAFDDFE6B12}" dt="2026-07-10T11:24:31.074" v="452"/>
          <ac:spMkLst>
            <pc:docMk/>
            <pc:sldMk cId="613603135" sldId="265"/>
            <ac:spMk id="2" creationId="{492104DA-43B8-D4FB-48FD-ECC8CDB33117}"/>
          </ac:spMkLst>
        </pc:spChg>
        <pc:spChg chg="mod">
          <ac:chgData name="Abhay Joshi" userId="0b44f437fe15df5a" providerId="LiveId" clId="{012C3C4A-214D-4B81-BCA4-ADAFDDFE6B12}" dt="2026-07-10T11:25:57.588" v="470" actId="113"/>
          <ac:spMkLst>
            <pc:docMk/>
            <pc:sldMk cId="613603135" sldId="265"/>
            <ac:spMk id="3" creationId="{93E573BA-4699-1521-5F1A-4DAA24472A5B}"/>
          </ac:spMkLst>
        </pc:spChg>
        <pc:spChg chg="mod">
          <ac:chgData name="Abhay Joshi" userId="0b44f437fe15df5a" providerId="LiveId" clId="{012C3C4A-214D-4B81-BCA4-ADAFDDFE6B12}" dt="2026-07-10T11:26:52.131" v="483"/>
          <ac:spMkLst>
            <pc:docMk/>
            <pc:sldMk cId="613603135" sldId="265"/>
            <ac:spMk id="4" creationId="{2BC1735D-29BF-8007-F830-57C51B4F565F}"/>
          </ac:spMkLst>
        </pc:spChg>
      </pc:sldChg>
      <pc:sldChg chg="new del">
        <pc:chgData name="Abhay Joshi" userId="0b44f437fe15df5a" providerId="LiveId" clId="{012C3C4A-214D-4B81-BCA4-ADAFDDFE6B12}" dt="2026-07-10T11:19:36.866" v="406" actId="2696"/>
        <pc:sldMkLst>
          <pc:docMk/>
          <pc:sldMk cId="2369360891" sldId="265"/>
        </pc:sldMkLst>
      </pc:sldChg>
      <pc:sldChg chg="modSp new mod">
        <pc:chgData name="Abhay Joshi" userId="0b44f437fe15df5a" providerId="LiveId" clId="{012C3C4A-214D-4B81-BCA4-ADAFDDFE6B12}" dt="2026-07-10T11:28:13.099" v="489" actId="14100"/>
        <pc:sldMkLst>
          <pc:docMk/>
          <pc:sldMk cId="2977651485" sldId="266"/>
        </pc:sldMkLst>
        <pc:spChg chg="mod">
          <ac:chgData name="Abhay Joshi" userId="0b44f437fe15df5a" providerId="LiveId" clId="{012C3C4A-214D-4B81-BCA4-ADAFDDFE6B12}" dt="2026-07-10T11:28:13.099" v="489" actId="14100"/>
          <ac:spMkLst>
            <pc:docMk/>
            <pc:sldMk cId="2977651485" sldId="266"/>
            <ac:spMk id="2" creationId="{1865A1EB-F2EE-8D13-5ADE-A07685D59ED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149202-F3DF-49B3-BFF9-C8527A0D2155}" type="doc">
      <dgm:prSet loTypeId="urn:microsoft.com/office/officeart/2005/8/layout/process2" loCatId="process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DA58BDD-ABB1-4D4D-AE17-0F79B24C8F36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Dataset Collection</a:t>
          </a:r>
        </a:p>
      </dgm:t>
    </dgm:pt>
    <dgm:pt modelId="{6C37316E-274C-4C7E-A8B3-5A242C99B35B}" type="parTrans" cxnId="{59A898A8-8F1F-4EE8-A36C-3D3FC77183EF}">
      <dgm:prSet/>
      <dgm:spPr/>
      <dgm:t>
        <a:bodyPr/>
        <a:lstStyle/>
        <a:p>
          <a:endParaRPr lang="en-IN"/>
        </a:p>
      </dgm:t>
    </dgm:pt>
    <dgm:pt modelId="{029F69E8-A8F4-4BA9-919A-500EA24B2DEB}" type="sibTrans" cxnId="{59A898A8-8F1F-4EE8-A36C-3D3FC77183EF}">
      <dgm:prSet/>
      <dgm:spPr/>
      <dgm:t>
        <a:bodyPr/>
        <a:lstStyle/>
        <a:p>
          <a:endParaRPr lang="en-IN"/>
        </a:p>
      </dgm:t>
    </dgm:pt>
    <dgm:pt modelId="{1C428D82-BC9F-4046-A8FD-CFBCCE9B8C30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Data Preprocessing</a:t>
          </a:r>
        </a:p>
      </dgm:t>
    </dgm:pt>
    <dgm:pt modelId="{D828287A-DC05-47BE-AEB1-1C817449DAAF}" type="parTrans" cxnId="{2536AA79-D1B6-4366-A0A7-F82250750CC7}">
      <dgm:prSet/>
      <dgm:spPr/>
      <dgm:t>
        <a:bodyPr/>
        <a:lstStyle/>
        <a:p>
          <a:endParaRPr lang="en-IN"/>
        </a:p>
      </dgm:t>
    </dgm:pt>
    <dgm:pt modelId="{8BC15757-2DC4-4A79-A54E-B9684324202F}" type="sibTrans" cxnId="{2536AA79-D1B6-4366-A0A7-F82250750CC7}">
      <dgm:prSet/>
      <dgm:spPr/>
      <dgm:t>
        <a:bodyPr/>
        <a:lstStyle/>
        <a:p>
          <a:endParaRPr lang="en-IN"/>
        </a:p>
      </dgm:t>
    </dgm:pt>
    <dgm:pt modelId="{5A917FB3-BB32-4E23-835E-D641835F87FC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Exploratory Data Analysis (EDA)</a:t>
          </a:r>
        </a:p>
      </dgm:t>
    </dgm:pt>
    <dgm:pt modelId="{85603359-146F-4676-9BB3-CE67ED84E0CD}" type="parTrans" cxnId="{37140DF5-AA16-402F-A65E-C30AABAE4C38}">
      <dgm:prSet/>
      <dgm:spPr/>
      <dgm:t>
        <a:bodyPr/>
        <a:lstStyle/>
        <a:p>
          <a:endParaRPr lang="en-IN"/>
        </a:p>
      </dgm:t>
    </dgm:pt>
    <dgm:pt modelId="{5CDCD53E-DCD3-4D96-961D-5D03FEA960A9}" type="sibTrans" cxnId="{37140DF5-AA16-402F-A65E-C30AABAE4C38}">
      <dgm:prSet/>
      <dgm:spPr/>
      <dgm:t>
        <a:bodyPr/>
        <a:lstStyle/>
        <a:p>
          <a:endParaRPr lang="en-IN"/>
        </a:p>
      </dgm:t>
    </dgm:pt>
    <dgm:pt modelId="{51C3C342-26C6-465A-9480-FBE453E0A086}">
      <dgm:prSet phldrT="[Text]" custT="1"/>
      <dgm:spPr/>
      <dgm:t>
        <a:bodyPr/>
        <a:lstStyle/>
        <a:p>
          <a:pPr>
            <a:buNone/>
          </a:pPr>
          <a:r>
            <a:rPr lang="en-IN" sz="2000"/>
            <a:t>Feature Selection</a:t>
          </a:r>
          <a:endParaRPr lang="en-IN" sz="2000" dirty="0"/>
        </a:p>
      </dgm:t>
    </dgm:pt>
    <dgm:pt modelId="{29817FC2-15AE-4B40-B357-E1777D99F418}" type="parTrans" cxnId="{0754FDAB-F708-47BC-AFA9-952F81E31109}">
      <dgm:prSet/>
      <dgm:spPr/>
      <dgm:t>
        <a:bodyPr/>
        <a:lstStyle/>
        <a:p>
          <a:endParaRPr lang="en-IN"/>
        </a:p>
      </dgm:t>
    </dgm:pt>
    <dgm:pt modelId="{0409D975-1DB7-4802-B589-6E67E46F0231}" type="sibTrans" cxnId="{0754FDAB-F708-47BC-AFA9-952F81E31109}">
      <dgm:prSet/>
      <dgm:spPr/>
      <dgm:t>
        <a:bodyPr/>
        <a:lstStyle/>
        <a:p>
          <a:endParaRPr lang="en-IN"/>
        </a:p>
      </dgm:t>
    </dgm:pt>
    <dgm:pt modelId="{DAC6DE59-2EFE-438B-B2C7-3E24148C2204}">
      <dgm:prSet phldrT="[Text]" custT="1"/>
      <dgm:spPr/>
      <dgm:t>
        <a:bodyPr/>
        <a:lstStyle/>
        <a:p>
          <a:pPr>
            <a:buNone/>
          </a:pPr>
          <a:r>
            <a:rPr lang="en-IN" sz="2000"/>
            <a:t>Train-Test Split (80:20)</a:t>
          </a:r>
          <a:endParaRPr lang="en-IN" sz="2000" dirty="0"/>
        </a:p>
      </dgm:t>
    </dgm:pt>
    <dgm:pt modelId="{31ECDD18-CAAB-4F55-BE41-C5CE0C5C40FB}" type="parTrans" cxnId="{73F09FB9-9D6D-4C8B-8D98-176FB83F40B0}">
      <dgm:prSet/>
      <dgm:spPr/>
      <dgm:t>
        <a:bodyPr/>
        <a:lstStyle/>
        <a:p>
          <a:endParaRPr lang="en-IN"/>
        </a:p>
      </dgm:t>
    </dgm:pt>
    <dgm:pt modelId="{06F95BA8-F916-4ACE-BA19-A57091B45951}" type="sibTrans" cxnId="{73F09FB9-9D6D-4C8B-8D98-176FB83F40B0}">
      <dgm:prSet/>
      <dgm:spPr/>
      <dgm:t>
        <a:bodyPr/>
        <a:lstStyle/>
        <a:p>
          <a:endParaRPr lang="en-IN"/>
        </a:p>
      </dgm:t>
    </dgm:pt>
    <dgm:pt modelId="{34923429-E9B5-4A12-9016-FE4E8A1344FD}">
      <dgm:prSet phldrT="[Text]" custT="1"/>
      <dgm:spPr/>
      <dgm:t>
        <a:bodyPr/>
        <a:lstStyle/>
        <a:p>
          <a:pPr>
            <a:buNone/>
          </a:pPr>
          <a:r>
            <a:rPr lang="en-IN" sz="2000"/>
            <a:t>Linear Regression Model</a:t>
          </a:r>
          <a:endParaRPr lang="en-IN" sz="2000" dirty="0"/>
        </a:p>
      </dgm:t>
    </dgm:pt>
    <dgm:pt modelId="{349EB7B0-CA30-4441-9CA2-44BBA733C510}" type="parTrans" cxnId="{6D572714-0619-4265-848D-33DE1818973A}">
      <dgm:prSet/>
      <dgm:spPr/>
      <dgm:t>
        <a:bodyPr/>
        <a:lstStyle/>
        <a:p>
          <a:endParaRPr lang="en-IN"/>
        </a:p>
      </dgm:t>
    </dgm:pt>
    <dgm:pt modelId="{D1BCE7F2-B827-4D8F-8F8A-EA3A91DE6916}" type="sibTrans" cxnId="{6D572714-0619-4265-848D-33DE1818973A}">
      <dgm:prSet/>
      <dgm:spPr/>
      <dgm:t>
        <a:bodyPr/>
        <a:lstStyle/>
        <a:p>
          <a:endParaRPr lang="en-IN"/>
        </a:p>
      </dgm:t>
    </dgm:pt>
    <dgm:pt modelId="{E22B5A52-BCB8-4256-8EAF-E8FEF94311C3}">
      <dgm:prSet phldrT="[Text]" custT="1"/>
      <dgm:spPr/>
      <dgm:t>
        <a:bodyPr/>
        <a:lstStyle/>
        <a:p>
          <a:pPr>
            <a:buNone/>
          </a:pPr>
          <a:r>
            <a:rPr lang="en-IN" sz="2000"/>
            <a:t>Prediction</a:t>
          </a:r>
          <a:endParaRPr lang="en-IN" sz="2000" dirty="0"/>
        </a:p>
      </dgm:t>
    </dgm:pt>
    <dgm:pt modelId="{FF0E7749-0634-446B-A2BD-4328A16D8973}" type="parTrans" cxnId="{A265B71A-1D33-4A0E-AC78-C6C75164DCB3}">
      <dgm:prSet/>
      <dgm:spPr/>
      <dgm:t>
        <a:bodyPr/>
        <a:lstStyle/>
        <a:p>
          <a:endParaRPr lang="en-IN"/>
        </a:p>
      </dgm:t>
    </dgm:pt>
    <dgm:pt modelId="{CDE119C5-6FA4-4405-A64A-D3214252E100}" type="sibTrans" cxnId="{A265B71A-1D33-4A0E-AC78-C6C75164DCB3}">
      <dgm:prSet/>
      <dgm:spPr/>
      <dgm:t>
        <a:bodyPr/>
        <a:lstStyle/>
        <a:p>
          <a:endParaRPr lang="en-IN"/>
        </a:p>
      </dgm:t>
    </dgm:pt>
    <dgm:pt modelId="{47D1DF9A-9FBE-4C38-9E6B-F5DC5C2D9051}">
      <dgm:prSet phldrT="[Text]" custT="1"/>
      <dgm:spPr/>
      <dgm:t>
        <a:bodyPr/>
        <a:lstStyle/>
        <a:p>
          <a:pPr>
            <a:buNone/>
          </a:pPr>
          <a:r>
            <a:rPr lang="en-IN" sz="2000"/>
            <a:t>Model Evaluation</a:t>
          </a:r>
          <a:endParaRPr lang="en-IN" sz="2000" dirty="0"/>
        </a:p>
      </dgm:t>
    </dgm:pt>
    <dgm:pt modelId="{5F718941-FB02-4BB3-95AD-BBE98A7FD7BB}" type="parTrans" cxnId="{BDCB34EB-DB39-46BE-96EA-84BF51BA49A9}">
      <dgm:prSet/>
      <dgm:spPr/>
      <dgm:t>
        <a:bodyPr/>
        <a:lstStyle/>
        <a:p>
          <a:endParaRPr lang="en-IN"/>
        </a:p>
      </dgm:t>
    </dgm:pt>
    <dgm:pt modelId="{C5CFFC76-1B2C-4E69-8018-75BCDD1E084F}" type="sibTrans" cxnId="{BDCB34EB-DB39-46BE-96EA-84BF51BA49A9}">
      <dgm:prSet/>
      <dgm:spPr/>
      <dgm:t>
        <a:bodyPr/>
        <a:lstStyle/>
        <a:p>
          <a:endParaRPr lang="en-IN"/>
        </a:p>
      </dgm:t>
    </dgm:pt>
    <dgm:pt modelId="{9A695F7A-BB3E-4094-96E5-FD3C2BD065E8}" type="pres">
      <dgm:prSet presAssocID="{8D149202-F3DF-49B3-BFF9-C8527A0D2155}" presName="linearFlow" presStyleCnt="0">
        <dgm:presLayoutVars>
          <dgm:resizeHandles val="exact"/>
        </dgm:presLayoutVars>
      </dgm:prSet>
      <dgm:spPr/>
    </dgm:pt>
    <dgm:pt modelId="{B6AF1EA1-1E92-4FEC-8E78-7F8E848D0E9D}" type="pres">
      <dgm:prSet presAssocID="{FDA58BDD-ABB1-4D4D-AE17-0F79B24C8F36}" presName="node" presStyleLbl="node1" presStyleIdx="0" presStyleCnt="8">
        <dgm:presLayoutVars>
          <dgm:bulletEnabled val="1"/>
        </dgm:presLayoutVars>
      </dgm:prSet>
      <dgm:spPr/>
    </dgm:pt>
    <dgm:pt modelId="{FB33ED95-0D40-4EE7-B8D4-9D6EE734C579}" type="pres">
      <dgm:prSet presAssocID="{029F69E8-A8F4-4BA9-919A-500EA24B2DEB}" presName="sibTrans" presStyleLbl="sibTrans2D1" presStyleIdx="0" presStyleCnt="7"/>
      <dgm:spPr/>
    </dgm:pt>
    <dgm:pt modelId="{15D9F8CA-0A9D-4805-91C9-2A61EF337208}" type="pres">
      <dgm:prSet presAssocID="{029F69E8-A8F4-4BA9-919A-500EA24B2DEB}" presName="connectorText" presStyleLbl="sibTrans2D1" presStyleIdx="0" presStyleCnt="7"/>
      <dgm:spPr/>
    </dgm:pt>
    <dgm:pt modelId="{2E3C7360-F9A0-47F2-A620-4313E5F1CE9F}" type="pres">
      <dgm:prSet presAssocID="{1C428D82-BC9F-4046-A8FD-CFBCCE9B8C30}" presName="node" presStyleLbl="node1" presStyleIdx="1" presStyleCnt="8">
        <dgm:presLayoutVars>
          <dgm:bulletEnabled val="1"/>
        </dgm:presLayoutVars>
      </dgm:prSet>
      <dgm:spPr/>
    </dgm:pt>
    <dgm:pt modelId="{EEC7C845-5F1E-4F44-A7E8-35B8984481B2}" type="pres">
      <dgm:prSet presAssocID="{8BC15757-2DC4-4A79-A54E-B9684324202F}" presName="sibTrans" presStyleLbl="sibTrans2D1" presStyleIdx="1" presStyleCnt="7"/>
      <dgm:spPr/>
    </dgm:pt>
    <dgm:pt modelId="{B9C46B78-FBD7-4851-9735-61CF337BBF62}" type="pres">
      <dgm:prSet presAssocID="{8BC15757-2DC4-4A79-A54E-B9684324202F}" presName="connectorText" presStyleLbl="sibTrans2D1" presStyleIdx="1" presStyleCnt="7"/>
      <dgm:spPr/>
    </dgm:pt>
    <dgm:pt modelId="{69FAA791-1220-4070-A3BF-A791EF86120A}" type="pres">
      <dgm:prSet presAssocID="{5A917FB3-BB32-4E23-835E-D641835F87FC}" presName="node" presStyleLbl="node1" presStyleIdx="2" presStyleCnt="8">
        <dgm:presLayoutVars>
          <dgm:bulletEnabled val="1"/>
        </dgm:presLayoutVars>
      </dgm:prSet>
      <dgm:spPr/>
    </dgm:pt>
    <dgm:pt modelId="{5FA267DA-4B2A-4B3D-9F9F-056128A42295}" type="pres">
      <dgm:prSet presAssocID="{5CDCD53E-DCD3-4D96-961D-5D03FEA960A9}" presName="sibTrans" presStyleLbl="sibTrans2D1" presStyleIdx="2" presStyleCnt="7"/>
      <dgm:spPr/>
    </dgm:pt>
    <dgm:pt modelId="{4E94B7F4-7C64-4DEF-98D9-DD2748AB7EA8}" type="pres">
      <dgm:prSet presAssocID="{5CDCD53E-DCD3-4D96-961D-5D03FEA960A9}" presName="connectorText" presStyleLbl="sibTrans2D1" presStyleIdx="2" presStyleCnt="7"/>
      <dgm:spPr/>
    </dgm:pt>
    <dgm:pt modelId="{97D2A3E9-0B1A-4CFA-9714-E8685F4FFDC4}" type="pres">
      <dgm:prSet presAssocID="{51C3C342-26C6-465A-9480-FBE453E0A086}" presName="node" presStyleLbl="node1" presStyleIdx="3" presStyleCnt="8">
        <dgm:presLayoutVars>
          <dgm:bulletEnabled val="1"/>
        </dgm:presLayoutVars>
      </dgm:prSet>
      <dgm:spPr/>
    </dgm:pt>
    <dgm:pt modelId="{D5A445D7-B3A5-4FDC-B65E-8EC43D8EFF47}" type="pres">
      <dgm:prSet presAssocID="{0409D975-1DB7-4802-B589-6E67E46F0231}" presName="sibTrans" presStyleLbl="sibTrans2D1" presStyleIdx="3" presStyleCnt="7"/>
      <dgm:spPr/>
    </dgm:pt>
    <dgm:pt modelId="{458B1EE2-DE0D-4F49-9AFF-6AD371C2B2A6}" type="pres">
      <dgm:prSet presAssocID="{0409D975-1DB7-4802-B589-6E67E46F0231}" presName="connectorText" presStyleLbl="sibTrans2D1" presStyleIdx="3" presStyleCnt="7"/>
      <dgm:spPr/>
    </dgm:pt>
    <dgm:pt modelId="{CB38DA23-610C-4B78-8EE0-0169264D322F}" type="pres">
      <dgm:prSet presAssocID="{DAC6DE59-2EFE-438B-B2C7-3E24148C2204}" presName="node" presStyleLbl="node1" presStyleIdx="4" presStyleCnt="8">
        <dgm:presLayoutVars>
          <dgm:bulletEnabled val="1"/>
        </dgm:presLayoutVars>
      </dgm:prSet>
      <dgm:spPr/>
    </dgm:pt>
    <dgm:pt modelId="{F09D0EE3-6D83-4ADB-80E1-5DE1BEF8D85D}" type="pres">
      <dgm:prSet presAssocID="{06F95BA8-F916-4ACE-BA19-A57091B45951}" presName="sibTrans" presStyleLbl="sibTrans2D1" presStyleIdx="4" presStyleCnt="7"/>
      <dgm:spPr/>
    </dgm:pt>
    <dgm:pt modelId="{A8CF8D6C-CD4D-41F9-B380-152F5957058E}" type="pres">
      <dgm:prSet presAssocID="{06F95BA8-F916-4ACE-BA19-A57091B45951}" presName="connectorText" presStyleLbl="sibTrans2D1" presStyleIdx="4" presStyleCnt="7"/>
      <dgm:spPr/>
    </dgm:pt>
    <dgm:pt modelId="{AE14F44A-A2D7-491C-B41D-8E2638CB3508}" type="pres">
      <dgm:prSet presAssocID="{34923429-E9B5-4A12-9016-FE4E8A1344FD}" presName="node" presStyleLbl="node1" presStyleIdx="5" presStyleCnt="8">
        <dgm:presLayoutVars>
          <dgm:bulletEnabled val="1"/>
        </dgm:presLayoutVars>
      </dgm:prSet>
      <dgm:spPr/>
    </dgm:pt>
    <dgm:pt modelId="{BBF44935-6220-4D5D-9236-B60C08D2B033}" type="pres">
      <dgm:prSet presAssocID="{D1BCE7F2-B827-4D8F-8F8A-EA3A91DE6916}" presName="sibTrans" presStyleLbl="sibTrans2D1" presStyleIdx="5" presStyleCnt="7"/>
      <dgm:spPr/>
    </dgm:pt>
    <dgm:pt modelId="{7792C65B-8548-40EE-AFC6-0E06C4C46FC8}" type="pres">
      <dgm:prSet presAssocID="{D1BCE7F2-B827-4D8F-8F8A-EA3A91DE6916}" presName="connectorText" presStyleLbl="sibTrans2D1" presStyleIdx="5" presStyleCnt="7"/>
      <dgm:spPr/>
    </dgm:pt>
    <dgm:pt modelId="{403CCBD8-8E10-4AE1-96B7-A807B91E4FB2}" type="pres">
      <dgm:prSet presAssocID="{E22B5A52-BCB8-4256-8EAF-E8FEF94311C3}" presName="node" presStyleLbl="node1" presStyleIdx="6" presStyleCnt="8">
        <dgm:presLayoutVars>
          <dgm:bulletEnabled val="1"/>
        </dgm:presLayoutVars>
      </dgm:prSet>
      <dgm:spPr/>
    </dgm:pt>
    <dgm:pt modelId="{88FE347C-C828-4521-966C-B9C75B7A76BD}" type="pres">
      <dgm:prSet presAssocID="{CDE119C5-6FA4-4405-A64A-D3214252E100}" presName="sibTrans" presStyleLbl="sibTrans2D1" presStyleIdx="6" presStyleCnt="7"/>
      <dgm:spPr/>
    </dgm:pt>
    <dgm:pt modelId="{6A71ADA6-C998-4ABD-AFF3-8C8D1A59EC5D}" type="pres">
      <dgm:prSet presAssocID="{CDE119C5-6FA4-4405-A64A-D3214252E100}" presName="connectorText" presStyleLbl="sibTrans2D1" presStyleIdx="6" presStyleCnt="7"/>
      <dgm:spPr/>
    </dgm:pt>
    <dgm:pt modelId="{8D382E13-0A5B-43F5-A3F3-99DD4E44DC13}" type="pres">
      <dgm:prSet presAssocID="{47D1DF9A-9FBE-4C38-9E6B-F5DC5C2D9051}" presName="node" presStyleLbl="node1" presStyleIdx="7" presStyleCnt="8">
        <dgm:presLayoutVars>
          <dgm:bulletEnabled val="1"/>
        </dgm:presLayoutVars>
      </dgm:prSet>
      <dgm:spPr/>
    </dgm:pt>
  </dgm:ptLst>
  <dgm:cxnLst>
    <dgm:cxn modelId="{BE8C6703-D267-47FF-B271-BC1950C1E8C0}" type="presOf" srcId="{06F95BA8-F916-4ACE-BA19-A57091B45951}" destId="{A8CF8D6C-CD4D-41F9-B380-152F5957058E}" srcOrd="1" destOrd="0" presId="urn:microsoft.com/office/officeart/2005/8/layout/process2"/>
    <dgm:cxn modelId="{F6B25D0E-312F-4240-9247-6C0327F1E4D5}" type="presOf" srcId="{8D149202-F3DF-49B3-BFF9-C8527A0D2155}" destId="{9A695F7A-BB3E-4094-96E5-FD3C2BD065E8}" srcOrd="0" destOrd="0" presId="urn:microsoft.com/office/officeart/2005/8/layout/process2"/>
    <dgm:cxn modelId="{6D572714-0619-4265-848D-33DE1818973A}" srcId="{8D149202-F3DF-49B3-BFF9-C8527A0D2155}" destId="{34923429-E9B5-4A12-9016-FE4E8A1344FD}" srcOrd="5" destOrd="0" parTransId="{349EB7B0-CA30-4441-9CA2-44BBA733C510}" sibTransId="{D1BCE7F2-B827-4D8F-8F8A-EA3A91DE6916}"/>
    <dgm:cxn modelId="{A265B71A-1D33-4A0E-AC78-C6C75164DCB3}" srcId="{8D149202-F3DF-49B3-BFF9-C8527A0D2155}" destId="{E22B5A52-BCB8-4256-8EAF-E8FEF94311C3}" srcOrd="6" destOrd="0" parTransId="{FF0E7749-0634-446B-A2BD-4328A16D8973}" sibTransId="{CDE119C5-6FA4-4405-A64A-D3214252E100}"/>
    <dgm:cxn modelId="{77C9311F-053E-44FA-A03F-E85AD2A8F76B}" type="presOf" srcId="{D1BCE7F2-B827-4D8F-8F8A-EA3A91DE6916}" destId="{7792C65B-8548-40EE-AFC6-0E06C4C46FC8}" srcOrd="1" destOrd="0" presId="urn:microsoft.com/office/officeart/2005/8/layout/process2"/>
    <dgm:cxn modelId="{B06DE02D-EF16-4538-9DDF-7CD06B0DE0BC}" type="presOf" srcId="{E22B5A52-BCB8-4256-8EAF-E8FEF94311C3}" destId="{403CCBD8-8E10-4AE1-96B7-A807B91E4FB2}" srcOrd="0" destOrd="0" presId="urn:microsoft.com/office/officeart/2005/8/layout/process2"/>
    <dgm:cxn modelId="{92C5BB34-8A80-4696-B9BD-3EAD309ACE00}" type="presOf" srcId="{029F69E8-A8F4-4BA9-919A-500EA24B2DEB}" destId="{15D9F8CA-0A9D-4805-91C9-2A61EF337208}" srcOrd="1" destOrd="0" presId="urn:microsoft.com/office/officeart/2005/8/layout/process2"/>
    <dgm:cxn modelId="{3D2AB435-A9E5-4DF4-BD31-BCF3BA8F9FF3}" type="presOf" srcId="{51C3C342-26C6-465A-9480-FBE453E0A086}" destId="{97D2A3E9-0B1A-4CFA-9714-E8685F4FFDC4}" srcOrd="0" destOrd="0" presId="urn:microsoft.com/office/officeart/2005/8/layout/process2"/>
    <dgm:cxn modelId="{32A6F53D-80E6-42AE-8D8C-A166D43DF435}" type="presOf" srcId="{5CDCD53E-DCD3-4D96-961D-5D03FEA960A9}" destId="{5FA267DA-4B2A-4B3D-9F9F-056128A42295}" srcOrd="0" destOrd="0" presId="urn:microsoft.com/office/officeart/2005/8/layout/process2"/>
    <dgm:cxn modelId="{FDEAA940-6B43-4E26-8DCB-1D2222EC3D02}" type="presOf" srcId="{5A917FB3-BB32-4E23-835E-D641835F87FC}" destId="{69FAA791-1220-4070-A3BF-A791EF86120A}" srcOrd="0" destOrd="0" presId="urn:microsoft.com/office/officeart/2005/8/layout/process2"/>
    <dgm:cxn modelId="{BF6F6644-A934-467A-8353-9BA24415BC6E}" type="presOf" srcId="{47D1DF9A-9FBE-4C38-9E6B-F5DC5C2D9051}" destId="{8D382E13-0A5B-43F5-A3F3-99DD4E44DC13}" srcOrd="0" destOrd="0" presId="urn:microsoft.com/office/officeart/2005/8/layout/process2"/>
    <dgm:cxn modelId="{74EE5445-7CE8-41AB-910E-852DED90483C}" type="presOf" srcId="{0409D975-1DB7-4802-B589-6E67E46F0231}" destId="{D5A445D7-B3A5-4FDC-B65E-8EC43D8EFF47}" srcOrd="0" destOrd="0" presId="urn:microsoft.com/office/officeart/2005/8/layout/process2"/>
    <dgm:cxn modelId="{AE2C724C-D2E4-4354-84BE-A2E826AE57B4}" type="presOf" srcId="{0409D975-1DB7-4802-B589-6E67E46F0231}" destId="{458B1EE2-DE0D-4F49-9AFF-6AD371C2B2A6}" srcOrd="1" destOrd="0" presId="urn:microsoft.com/office/officeart/2005/8/layout/process2"/>
    <dgm:cxn modelId="{28F0C94C-9DB6-4A6D-A39E-3EA6D29377A2}" type="presOf" srcId="{DAC6DE59-2EFE-438B-B2C7-3E24148C2204}" destId="{CB38DA23-610C-4B78-8EE0-0169264D322F}" srcOrd="0" destOrd="0" presId="urn:microsoft.com/office/officeart/2005/8/layout/process2"/>
    <dgm:cxn modelId="{E382C14E-0C74-47CC-8AA5-4F5C42736B42}" type="presOf" srcId="{8BC15757-2DC4-4A79-A54E-B9684324202F}" destId="{B9C46B78-FBD7-4851-9735-61CF337BBF62}" srcOrd="1" destOrd="0" presId="urn:microsoft.com/office/officeart/2005/8/layout/process2"/>
    <dgm:cxn modelId="{8187D04F-761B-4BE3-8475-124520F55937}" type="presOf" srcId="{CDE119C5-6FA4-4405-A64A-D3214252E100}" destId="{6A71ADA6-C998-4ABD-AFF3-8C8D1A59EC5D}" srcOrd="1" destOrd="0" presId="urn:microsoft.com/office/officeart/2005/8/layout/process2"/>
    <dgm:cxn modelId="{CE4D0F52-52B9-4250-857C-217969B3A9E4}" type="presOf" srcId="{D1BCE7F2-B827-4D8F-8F8A-EA3A91DE6916}" destId="{BBF44935-6220-4D5D-9236-B60C08D2B033}" srcOrd="0" destOrd="0" presId="urn:microsoft.com/office/officeart/2005/8/layout/process2"/>
    <dgm:cxn modelId="{178A8658-F151-409A-AB5F-836A700EC05B}" type="presOf" srcId="{34923429-E9B5-4A12-9016-FE4E8A1344FD}" destId="{AE14F44A-A2D7-491C-B41D-8E2638CB3508}" srcOrd="0" destOrd="0" presId="urn:microsoft.com/office/officeart/2005/8/layout/process2"/>
    <dgm:cxn modelId="{2536AA79-D1B6-4366-A0A7-F82250750CC7}" srcId="{8D149202-F3DF-49B3-BFF9-C8527A0D2155}" destId="{1C428D82-BC9F-4046-A8FD-CFBCCE9B8C30}" srcOrd="1" destOrd="0" parTransId="{D828287A-DC05-47BE-AEB1-1C817449DAAF}" sibTransId="{8BC15757-2DC4-4A79-A54E-B9684324202F}"/>
    <dgm:cxn modelId="{50810280-91AD-4507-A29A-7E6E6DE0EAE3}" type="presOf" srcId="{029F69E8-A8F4-4BA9-919A-500EA24B2DEB}" destId="{FB33ED95-0D40-4EE7-B8D4-9D6EE734C579}" srcOrd="0" destOrd="0" presId="urn:microsoft.com/office/officeart/2005/8/layout/process2"/>
    <dgm:cxn modelId="{49338D86-19BB-4217-9B73-F51294EA1F4E}" type="presOf" srcId="{CDE119C5-6FA4-4405-A64A-D3214252E100}" destId="{88FE347C-C828-4521-966C-B9C75B7A76BD}" srcOrd="0" destOrd="0" presId="urn:microsoft.com/office/officeart/2005/8/layout/process2"/>
    <dgm:cxn modelId="{BCA71E92-05A3-4F85-AE56-A00FFE61A2F6}" type="presOf" srcId="{1C428D82-BC9F-4046-A8FD-CFBCCE9B8C30}" destId="{2E3C7360-F9A0-47F2-A620-4313E5F1CE9F}" srcOrd="0" destOrd="0" presId="urn:microsoft.com/office/officeart/2005/8/layout/process2"/>
    <dgm:cxn modelId="{5E99169E-918B-45E7-979B-61211601C516}" type="presOf" srcId="{06F95BA8-F916-4ACE-BA19-A57091B45951}" destId="{F09D0EE3-6D83-4ADB-80E1-5DE1BEF8D85D}" srcOrd="0" destOrd="0" presId="urn:microsoft.com/office/officeart/2005/8/layout/process2"/>
    <dgm:cxn modelId="{59A898A8-8F1F-4EE8-A36C-3D3FC77183EF}" srcId="{8D149202-F3DF-49B3-BFF9-C8527A0D2155}" destId="{FDA58BDD-ABB1-4D4D-AE17-0F79B24C8F36}" srcOrd="0" destOrd="0" parTransId="{6C37316E-274C-4C7E-A8B3-5A242C99B35B}" sibTransId="{029F69E8-A8F4-4BA9-919A-500EA24B2DEB}"/>
    <dgm:cxn modelId="{0754FDAB-F708-47BC-AFA9-952F81E31109}" srcId="{8D149202-F3DF-49B3-BFF9-C8527A0D2155}" destId="{51C3C342-26C6-465A-9480-FBE453E0A086}" srcOrd="3" destOrd="0" parTransId="{29817FC2-15AE-4B40-B357-E1777D99F418}" sibTransId="{0409D975-1DB7-4802-B589-6E67E46F0231}"/>
    <dgm:cxn modelId="{1D1E8DB1-A5CE-4121-AAF9-B6CF44426AA7}" type="presOf" srcId="{8BC15757-2DC4-4A79-A54E-B9684324202F}" destId="{EEC7C845-5F1E-4F44-A7E8-35B8984481B2}" srcOrd="0" destOrd="0" presId="urn:microsoft.com/office/officeart/2005/8/layout/process2"/>
    <dgm:cxn modelId="{73F09FB9-9D6D-4C8B-8D98-176FB83F40B0}" srcId="{8D149202-F3DF-49B3-BFF9-C8527A0D2155}" destId="{DAC6DE59-2EFE-438B-B2C7-3E24148C2204}" srcOrd="4" destOrd="0" parTransId="{31ECDD18-CAAB-4F55-BE41-C5CE0C5C40FB}" sibTransId="{06F95BA8-F916-4ACE-BA19-A57091B45951}"/>
    <dgm:cxn modelId="{C228F7E1-2FAD-4291-87A9-AAB3D47647B3}" type="presOf" srcId="{5CDCD53E-DCD3-4D96-961D-5D03FEA960A9}" destId="{4E94B7F4-7C64-4DEF-98D9-DD2748AB7EA8}" srcOrd="1" destOrd="0" presId="urn:microsoft.com/office/officeart/2005/8/layout/process2"/>
    <dgm:cxn modelId="{BDCB34EB-DB39-46BE-96EA-84BF51BA49A9}" srcId="{8D149202-F3DF-49B3-BFF9-C8527A0D2155}" destId="{47D1DF9A-9FBE-4C38-9E6B-F5DC5C2D9051}" srcOrd="7" destOrd="0" parTransId="{5F718941-FB02-4BB3-95AD-BBE98A7FD7BB}" sibTransId="{C5CFFC76-1B2C-4E69-8018-75BCDD1E084F}"/>
    <dgm:cxn modelId="{42785AF1-EC8C-4CCF-B2C4-4CCAEEEA45E4}" type="presOf" srcId="{FDA58BDD-ABB1-4D4D-AE17-0F79B24C8F36}" destId="{B6AF1EA1-1E92-4FEC-8E78-7F8E848D0E9D}" srcOrd="0" destOrd="0" presId="urn:microsoft.com/office/officeart/2005/8/layout/process2"/>
    <dgm:cxn modelId="{37140DF5-AA16-402F-A65E-C30AABAE4C38}" srcId="{8D149202-F3DF-49B3-BFF9-C8527A0D2155}" destId="{5A917FB3-BB32-4E23-835E-D641835F87FC}" srcOrd="2" destOrd="0" parTransId="{85603359-146F-4676-9BB3-CE67ED84E0CD}" sibTransId="{5CDCD53E-DCD3-4D96-961D-5D03FEA960A9}"/>
    <dgm:cxn modelId="{8C50A8ED-2E80-43D7-8836-E7F4D6427167}" type="presParOf" srcId="{9A695F7A-BB3E-4094-96E5-FD3C2BD065E8}" destId="{B6AF1EA1-1E92-4FEC-8E78-7F8E848D0E9D}" srcOrd="0" destOrd="0" presId="urn:microsoft.com/office/officeart/2005/8/layout/process2"/>
    <dgm:cxn modelId="{E8B9CF07-143D-4C72-AC47-A123255222D1}" type="presParOf" srcId="{9A695F7A-BB3E-4094-96E5-FD3C2BD065E8}" destId="{FB33ED95-0D40-4EE7-B8D4-9D6EE734C579}" srcOrd="1" destOrd="0" presId="urn:microsoft.com/office/officeart/2005/8/layout/process2"/>
    <dgm:cxn modelId="{599CB135-CDB6-4091-937C-CC089F20058C}" type="presParOf" srcId="{FB33ED95-0D40-4EE7-B8D4-9D6EE734C579}" destId="{15D9F8CA-0A9D-4805-91C9-2A61EF337208}" srcOrd="0" destOrd="0" presId="urn:microsoft.com/office/officeart/2005/8/layout/process2"/>
    <dgm:cxn modelId="{B3F02E23-5FC8-46BD-8879-83A006F47136}" type="presParOf" srcId="{9A695F7A-BB3E-4094-96E5-FD3C2BD065E8}" destId="{2E3C7360-F9A0-47F2-A620-4313E5F1CE9F}" srcOrd="2" destOrd="0" presId="urn:microsoft.com/office/officeart/2005/8/layout/process2"/>
    <dgm:cxn modelId="{080C1442-A0D3-4BC8-8269-A0BC6B27598C}" type="presParOf" srcId="{9A695F7A-BB3E-4094-96E5-FD3C2BD065E8}" destId="{EEC7C845-5F1E-4F44-A7E8-35B8984481B2}" srcOrd="3" destOrd="0" presId="urn:microsoft.com/office/officeart/2005/8/layout/process2"/>
    <dgm:cxn modelId="{A0B566E9-801A-46B4-A375-019685E01671}" type="presParOf" srcId="{EEC7C845-5F1E-4F44-A7E8-35B8984481B2}" destId="{B9C46B78-FBD7-4851-9735-61CF337BBF62}" srcOrd="0" destOrd="0" presId="urn:microsoft.com/office/officeart/2005/8/layout/process2"/>
    <dgm:cxn modelId="{1DD20B30-F581-46A7-8004-042A6436FE7A}" type="presParOf" srcId="{9A695F7A-BB3E-4094-96E5-FD3C2BD065E8}" destId="{69FAA791-1220-4070-A3BF-A791EF86120A}" srcOrd="4" destOrd="0" presId="urn:microsoft.com/office/officeart/2005/8/layout/process2"/>
    <dgm:cxn modelId="{5D0413FE-1E38-4588-9958-5B882DC1344C}" type="presParOf" srcId="{9A695F7A-BB3E-4094-96E5-FD3C2BD065E8}" destId="{5FA267DA-4B2A-4B3D-9F9F-056128A42295}" srcOrd="5" destOrd="0" presId="urn:microsoft.com/office/officeart/2005/8/layout/process2"/>
    <dgm:cxn modelId="{24C9FE26-54E2-4CAD-82DD-394EA4EDDE8C}" type="presParOf" srcId="{5FA267DA-4B2A-4B3D-9F9F-056128A42295}" destId="{4E94B7F4-7C64-4DEF-98D9-DD2748AB7EA8}" srcOrd="0" destOrd="0" presId="urn:microsoft.com/office/officeart/2005/8/layout/process2"/>
    <dgm:cxn modelId="{A097C5EB-EDB3-4412-852E-463BCE728AB9}" type="presParOf" srcId="{9A695F7A-BB3E-4094-96E5-FD3C2BD065E8}" destId="{97D2A3E9-0B1A-4CFA-9714-E8685F4FFDC4}" srcOrd="6" destOrd="0" presId="urn:microsoft.com/office/officeart/2005/8/layout/process2"/>
    <dgm:cxn modelId="{8CBB94B5-482C-41E6-B40A-6E3839FF3D84}" type="presParOf" srcId="{9A695F7A-BB3E-4094-96E5-FD3C2BD065E8}" destId="{D5A445D7-B3A5-4FDC-B65E-8EC43D8EFF47}" srcOrd="7" destOrd="0" presId="urn:microsoft.com/office/officeart/2005/8/layout/process2"/>
    <dgm:cxn modelId="{6B84E3AE-2CE3-48BB-944A-85AB109825B8}" type="presParOf" srcId="{D5A445D7-B3A5-4FDC-B65E-8EC43D8EFF47}" destId="{458B1EE2-DE0D-4F49-9AFF-6AD371C2B2A6}" srcOrd="0" destOrd="0" presId="urn:microsoft.com/office/officeart/2005/8/layout/process2"/>
    <dgm:cxn modelId="{FB00F6CC-231E-40D5-9680-83CDB73B8743}" type="presParOf" srcId="{9A695F7A-BB3E-4094-96E5-FD3C2BD065E8}" destId="{CB38DA23-610C-4B78-8EE0-0169264D322F}" srcOrd="8" destOrd="0" presId="urn:microsoft.com/office/officeart/2005/8/layout/process2"/>
    <dgm:cxn modelId="{BA67B09C-5EEA-4FF4-93A6-F1FC32CED864}" type="presParOf" srcId="{9A695F7A-BB3E-4094-96E5-FD3C2BD065E8}" destId="{F09D0EE3-6D83-4ADB-80E1-5DE1BEF8D85D}" srcOrd="9" destOrd="0" presId="urn:microsoft.com/office/officeart/2005/8/layout/process2"/>
    <dgm:cxn modelId="{4D9D1217-67C0-4145-9494-A4C5CA443F73}" type="presParOf" srcId="{F09D0EE3-6D83-4ADB-80E1-5DE1BEF8D85D}" destId="{A8CF8D6C-CD4D-41F9-B380-152F5957058E}" srcOrd="0" destOrd="0" presId="urn:microsoft.com/office/officeart/2005/8/layout/process2"/>
    <dgm:cxn modelId="{FFF1BAF0-5FD8-438C-83D3-F3FF90EA5DDA}" type="presParOf" srcId="{9A695F7A-BB3E-4094-96E5-FD3C2BD065E8}" destId="{AE14F44A-A2D7-491C-B41D-8E2638CB3508}" srcOrd="10" destOrd="0" presId="urn:microsoft.com/office/officeart/2005/8/layout/process2"/>
    <dgm:cxn modelId="{190EB73D-35EE-4E0E-9622-C21A51E2B888}" type="presParOf" srcId="{9A695F7A-BB3E-4094-96E5-FD3C2BD065E8}" destId="{BBF44935-6220-4D5D-9236-B60C08D2B033}" srcOrd="11" destOrd="0" presId="urn:microsoft.com/office/officeart/2005/8/layout/process2"/>
    <dgm:cxn modelId="{375525D7-3128-401B-A32B-2D11E39A5872}" type="presParOf" srcId="{BBF44935-6220-4D5D-9236-B60C08D2B033}" destId="{7792C65B-8548-40EE-AFC6-0E06C4C46FC8}" srcOrd="0" destOrd="0" presId="urn:microsoft.com/office/officeart/2005/8/layout/process2"/>
    <dgm:cxn modelId="{B9DFAC3B-1383-4D44-8C80-B3E61BC89C58}" type="presParOf" srcId="{9A695F7A-BB3E-4094-96E5-FD3C2BD065E8}" destId="{403CCBD8-8E10-4AE1-96B7-A807B91E4FB2}" srcOrd="12" destOrd="0" presId="urn:microsoft.com/office/officeart/2005/8/layout/process2"/>
    <dgm:cxn modelId="{C3019189-DDEC-478D-AD69-768FE232D9D0}" type="presParOf" srcId="{9A695F7A-BB3E-4094-96E5-FD3C2BD065E8}" destId="{88FE347C-C828-4521-966C-B9C75B7A76BD}" srcOrd="13" destOrd="0" presId="urn:microsoft.com/office/officeart/2005/8/layout/process2"/>
    <dgm:cxn modelId="{016418EC-629B-42AB-BA98-51DBCB1C31BF}" type="presParOf" srcId="{88FE347C-C828-4521-966C-B9C75B7A76BD}" destId="{6A71ADA6-C998-4ABD-AFF3-8C8D1A59EC5D}" srcOrd="0" destOrd="0" presId="urn:microsoft.com/office/officeart/2005/8/layout/process2"/>
    <dgm:cxn modelId="{7FA0556A-E1B2-46BA-920F-77DDD974FAA7}" type="presParOf" srcId="{9A695F7A-BB3E-4094-96E5-FD3C2BD065E8}" destId="{8D382E13-0A5B-43F5-A3F3-99DD4E44DC13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4CA6CD-0C2F-4906-B509-3766409A9342}" type="doc">
      <dgm:prSet loTypeId="urn:microsoft.com/office/officeart/2005/8/layout/process2" loCatId="process" qsTypeId="urn:microsoft.com/office/officeart/2009/2/quickstyle/3d8" qsCatId="3D" csTypeId="urn:microsoft.com/office/officeart/2005/8/colors/accent1_2" csCatId="accent1" phldr="1"/>
      <dgm:spPr/>
    </dgm:pt>
    <dgm:pt modelId="{5D041086-1A5C-4AC9-8327-DA89EEE41878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Input Features</a:t>
          </a:r>
        </a:p>
      </dgm:t>
    </dgm:pt>
    <dgm:pt modelId="{3D6D45FA-42C9-4C72-96AF-D49F23322185}" type="parTrans" cxnId="{CA9B4B17-3D67-4AAE-B7B0-8D276FD6E1DD}">
      <dgm:prSet/>
      <dgm:spPr/>
      <dgm:t>
        <a:bodyPr/>
        <a:lstStyle/>
        <a:p>
          <a:endParaRPr lang="en-IN"/>
        </a:p>
      </dgm:t>
    </dgm:pt>
    <dgm:pt modelId="{3C610A02-EC09-47FD-9824-4F4D3C4C49CE}" type="sibTrans" cxnId="{CA9B4B17-3D67-4AAE-B7B0-8D276FD6E1DD}">
      <dgm:prSet/>
      <dgm:spPr/>
      <dgm:t>
        <a:bodyPr/>
        <a:lstStyle/>
        <a:p>
          <a:endParaRPr lang="en-IN"/>
        </a:p>
      </dgm:t>
    </dgm:pt>
    <dgm:pt modelId="{91FFF762-628C-480F-9E75-12407C824231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Train-Test Split (80:20)</a:t>
          </a:r>
        </a:p>
      </dgm:t>
    </dgm:pt>
    <dgm:pt modelId="{2F199F72-92AC-4F66-B9DA-894439BFA52C}" type="parTrans" cxnId="{080FB2F1-6A7A-4F9E-9012-C23207AF9A2B}">
      <dgm:prSet/>
      <dgm:spPr/>
      <dgm:t>
        <a:bodyPr/>
        <a:lstStyle/>
        <a:p>
          <a:endParaRPr lang="en-IN"/>
        </a:p>
      </dgm:t>
    </dgm:pt>
    <dgm:pt modelId="{222231F5-7FDB-49EB-9B1C-F3BD5E732542}" type="sibTrans" cxnId="{080FB2F1-6A7A-4F9E-9012-C23207AF9A2B}">
      <dgm:prSet/>
      <dgm:spPr/>
      <dgm:t>
        <a:bodyPr/>
        <a:lstStyle/>
        <a:p>
          <a:endParaRPr lang="en-IN"/>
        </a:p>
      </dgm:t>
    </dgm:pt>
    <dgm:pt modelId="{4DF7F5C1-506E-46BF-A558-02D3E277AF35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Linear Regression Model</a:t>
          </a:r>
        </a:p>
      </dgm:t>
    </dgm:pt>
    <dgm:pt modelId="{D380AF9D-8E34-4A71-8908-611BC888877F}" type="parTrans" cxnId="{4BECE571-D4AE-4560-A46C-4CAEEF17E1C1}">
      <dgm:prSet/>
      <dgm:spPr/>
      <dgm:t>
        <a:bodyPr/>
        <a:lstStyle/>
        <a:p>
          <a:endParaRPr lang="en-IN"/>
        </a:p>
      </dgm:t>
    </dgm:pt>
    <dgm:pt modelId="{C09FB691-DACE-48D8-94A1-DDB0A339106C}" type="sibTrans" cxnId="{4BECE571-D4AE-4560-A46C-4CAEEF17E1C1}">
      <dgm:prSet/>
      <dgm:spPr/>
      <dgm:t>
        <a:bodyPr/>
        <a:lstStyle/>
        <a:p>
          <a:endParaRPr lang="en-IN"/>
        </a:p>
      </dgm:t>
    </dgm:pt>
    <dgm:pt modelId="{7D1F8418-D656-4FC7-8C77-A09226DFD0A8}">
      <dgm:prSet phldrT="[Text]" custT="1"/>
      <dgm:spPr/>
      <dgm:t>
        <a:bodyPr/>
        <a:lstStyle/>
        <a:p>
          <a:pPr>
            <a:buNone/>
          </a:pPr>
          <a:r>
            <a:rPr lang="en-IN" sz="2000"/>
            <a:t>Model Training</a:t>
          </a:r>
          <a:endParaRPr lang="en-IN" sz="2000" dirty="0"/>
        </a:p>
      </dgm:t>
    </dgm:pt>
    <dgm:pt modelId="{E0D94FE9-185A-4988-A7E1-EF184BD28764}" type="parTrans" cxnId="{EB6A4C85-13FC-476F-8934-B55FA9698F58}">
      <dgm:prSet/>
      <dgm:spPr/>
      <dgm:t>
        <a:bodyPr/>
        <a:lstStyle/>
        <a:p>
          <a:endParaRPr lang="en-IN"/>
        </a:p>
      </dgm:t>
    </dgm:pt>
    <dgm:pt modelId="{1556A809-8C03-44A3-BD39-AA940D57B7A4}" type="sibTrans" cxnId="{EB6A4C85-13FC-476F-8934-B55FA9698F58}">
      <dgm:prSet/>
      <dgm:spPr/>
      <dgm:t>
        <a:bodyPr/>
        <a:lstStyle/>
        <a:p>
          <a:endParaRPr lang="en-IN"/>
        </a:p>
      </dgm:t>
    </dgm:pt>
    <dgm:pt modelId="{B5934754-99DB-4281-91CD-FAE512E7C97D}">
      <dgm:prSet phldrT="[Text]" custT="1"/>
      <dgm:spPr/>
      <dgm:t>
        <a:bodyPr/>
        <a:lstStyle/>
        <a:p>
          <a:pPr>
            <a:buNone/>
          </a:pPr>
          <a:r>
            <a:rPr lang="en-IN" sz="2000"/>
            <a:t>Prediction of GPA</a:t>
          </a:r>
          <a:endParaRPr lang="en-IN" sz="2000" dirty="0"/>
        </a:p>
      </dgm:t>
    </dgm:pt>
    <dgm:pt modelId="{A9E82055-8B7F-40CE-8001-2D4297A9B749}" type="parTrans" cxnId="{DEB25A04-39D0-43EA-9E93-F745474F46E4}">
      <dgm:prSet/>
      <dgm:spPr/>
      <dgm:t>
        <a:bodyPr/>
        <a:lstStyle/>
        <a:p>
          <a:endParaRPr lang="en-IN"/>
        </a:p>
      </dgm:t>
    </dgm:pt>
    <dgm:pt modelId="{FF4DD379-82F3-46E6-AD43-C3859BB80667}" type="sibTrans" cxnId="{DEB25A04-39D0-43EA-9E93-F745474F46E4}">
      <dgm:prSet/>
      <dgm:spPr/>
      <dgm:t>
        <a:bodyPr/>
        <a:lstStyle/>
        <a:p>
          <a:endParaRPr lang="en-IN"/>
        </a:p>
      </dgm:t>
    </dgm:pt>
    <dgm:pt modelId="{CE45CF79-8C8B-4A60-A5AC-492C7B0DE9E6}" type="pres">
      <dgm:prSet presAssocID="{D44CA6CD-0C2F-4906-B509-3766409A9342}" presName="linearFlow" presStyleCnt="0">
        <dgm:presLayoutVars>
          <dgm:resizeHandles val="exact"/>
        </dgm:presLayoutVars>
      </dgm:prSet>
      <dgm:spPr/>
    </dgm:pt>
    <dgm:pt modelId="{8FEA524D-A257-4DC2-8B56-571ACBA88AE6}" type="pres">
      <dgm:prSet presAssocID="{5D041086-1A5C-4AC9-8327-DA89EEE41878}" presName="node" presStyleLbl="node1" presStyleIdx="0" presStyleCnt="5">
        <dgm:presLayoutVars>
          <dgm:bulletEnabled val="1"/>
        </dgm:presLayoutVars>
      </dgm:prSet>
      <dgm:spPr/>
    </dgm:pt>
    <dgm:pt modelId="{4C04CBB2-2E19-4027-A61D-4C74CBC788AB}" type="pres">
      <dgm:prSet presAssocID="{3C610A02-EC09-47FD-9824-4F4D3C4C49CE}" presName="sibTrans" presStyleLbl="sibTrans2D1" presStyleIdx="0" presStyleCnt="4"/>
      <dgm:spPr/>
    </dgm:pt>
    <dgm:pt modelId="{1AD337D1-ACD0-4E1C-87F9-5A7CFD66CD01}" type="pres">
      <dgm:prSet presAssocID="{3C610A02-EC09-47FD-9824-4F4D3C4C49CE}" presName="connectorText" presStyleLbl="sibTrans2D1" presStyleIdx="0" presStyleCnt="4"/>
      <dgm:spPr/>
    </dgm:pt>
    <dgm:pt modelId="{6FF4EC9D-0C00-4734-A8FC-0D12F3F796B7}" type="pres">
      <dgm:prSet presAssocID="{91FFF762-628C-480F-9E75-12407C824231}" presName="node" presStyleLbl="node1" presStyleIdx="1" presStyleCnt="5">
        <dgm:presLayoutVars>
          <dgm:bulletEnabled val="1"/>
        </dgm:presLayoutVars>
      </dgm:prSet>
      <dgm:spPr/>
    </dgm:pt>
    <dgm:pt modelId="{7924AA51-8230-4EBA-ABCB-BB27098E0063}" type="pres">
      <dgm:prSet presAssocID="{222231F5-7FDB-49EB-9B1C-F3BD5E732542}" presName="sibTrans" presStyleLbl="sibTrans2D1" presStyleIdx="1" presStyleCnt="4"/>
      <dgm:spPr/>
    </dgm:pt>
    <dgm:pt modelId="{E0659266-F58A-4BCD-A3E9-94A7B9175E9F}" type="pres">
      <dgm:prSet presAssocID="{222231F5-7FDB-49EB-9B1C-F3BD5E732542}" presName="connectorText" presStyleLbl="sibTrans2D1" presStyleIdx="1" presStyleCnt="4"/>
      <dgm:spPr/>
    </dgm:pt>
    <dgm:pt modelId="{1D68CFEF-EBCE-436A-9A5F-76D856982852}" type="pres">
      <dgm:prSet presAssocID="{4DF7F5C1-506E-46BF-A558-02D3E277AF35}" presName="node" presStyleLbl="node1" presStyleIdx="2" presStyleCnt="5">
        <dgm:presLayoutVars>
          <dgm:bulletEnabled val="1"/>
        </dgm:presLayoutVars>
      </dgm:prSet>
      <dgm:spPr/>
    </dgm:pt>
    <dgm:pt modelId="{DAD0F128-81C2-4618-8A03-AF6FC90CFABC}" type="pres">
      <dgm:prSet presAssocID="{C09FB691-DACE-48D8-94A1-DDB0A339106C}" presName="sibTrans" presStyleLbl="sibTrans2D1" presStyleIdx="2" presStyleCnt="4"/>
      <dgm:spPr/>
    </dgm:pt>
    <dgm:pt modelId="{0CECB67E-09AC-4C80-B4BE-4B2B8D4AB1BA}" type="pres">
      <dgm:prSet presAssocID="{C09FB691-DACE-48D8-94A1-DDB0A339106C}" presName="connectorText" presStyleLbl="sibTrans2D1" presStyleIdx="2" presStyleCnt="4"/>
      <dgm:spPr/>
    </dgm:pt>
    <dgm:pt modelId="{11F273E3-A340-4E6B-B240-E7C414650BB8}" type="pres">
      <dgm:prSet presAssocID="{7D1F8418-D656-4FC7-8C77-A09226DFD0A8}" presName="node" presStyleLbl="node1" presStyleIdx="3" presStyleCnt="5">
        <dgm:presLayoutVars>
          <dgm:bulletEnabled val="1"/>
        </dgm:presLayoutVars>
      </dgm:prSet>
      <dgm:spPr/>
    </dgm:pt>
    <dgm:pt modelId="{49420D23-ECE5-4F38-92AC-8091FA694334}" type="pres">
      <dgm:prSet presAssocID="{1556A809-8C03-44A3-BD39-AA940D57B7A4}" presName="sibTrans" presStyleLbl="sibTrans2D1" presStyleIdx="3" presStyleCnt="4"/>
      <dgm:spPr/>
    </dgm:pt>
    <dgm:pt modelId="{52F85FDB-F6C2-4629-82E9-5FB9E5AE81C4}" type="pres">
      <dgm:prSet presAssocID="{1556A809-8C03-44A3-BD39-AA940D57B7A4}" presName="connectorText" presStyleLbl="sibTrans2D1" presStyleIdx="3" presStyleCnt="4"/>
      <dgm:spPr/>
    </dgm:pt>
    <dgm:pt modelId="{8781EC5F-FDC2-4709-AD3F-443DEEC5E406}" type="pres">
      <dgm:prSet presAssocID="{B5934754-99DB-4281-91CD-FAE512E7C97D}" presName="node" presStyleLbl="node1" presStyleIdx="4" presStyleCnt="5">
        <dgm:presLayoutVars>
          <dgm:bulletEnabled val="1"/>
        </dgm:presLayoutVars>
      </dgm:prSet>
      <dgm:spPr/>
    </dgm:pt>
  </dgm:ptLst>
  <dgm:cxnLst>
    <dgm:cxn modelId="{DEB25A04-39D0-43EA-9E93-F745474F46E4}" srcId="{D44CA6CD-0C2F-4906-B509-3766409A9342}" destId="{B5934754-99DB-4281-91CD-FAE512E7C97D}" srcOrd="4" destOrd="0" parTransId="{A9E82055-8B7F-40CE-8001-2D4297A9B749}" sibTransId="{FF4DD379-82F3-46E6-AD43-C3859BB80667}"/>
    <dgm:cxn modelId="{CA9B4B17-3D67-4AAE-B7B0-8D276FD6E1DD}" srcId="{D44CA6CD-0C2F-4906-B509-3766409A9342}" destId="{5D041086-1A5C-4AC9-8327-DA89EEE41878}" srcOrd="0" destOrd="0" parTransId="{3D6D45FA-42C9-4C72-96AF-D49F23322185}" sibTransId="{3C610A02-EC09-47FD-9824-4F4D3C4C49CE}"/>
    <dgm:cxn modelId="{AFE5E718-9AC6-44FD-92DE-CBFEC2DCA303}" type="presOf" srcId="{222231F5-7FDB-49EB-9B1C-F3BD5E732542}" destId="{7924AA51-8230-4EBA-ABCB-BB27098E0063}" srcOrd="0" destOrd="0" presId="urn:microsoft.com/office/officeart/2005/8/layout/process2"/>
    <dgm:cxn modelId="{2F7D8027-909A-4961-9A80-E8D1275066B8}" type="presOf" srcId="{7D1F8418-D656-4FC7-8C77-A09226DFD0A8}" destId="{11F273E3-A340-4E6B-B240-E7C414650BB8}" srcOrd="0" destOrd="0" presId="urn:microsoft.com/office/officeart/2005/8/layout/process2"/>
    <dgm:cxn modelId="{B2172429-66AD-4FAF-8394-92E7E5907494}" type="presOf" srcId="{1556A809-8C03-44A3-BD39-AA940D57B7A4}" destId="{52F85FDB-F6C2-4629-82E9-5FB9E5AE81C4}" srcOrd="1" destOrd="0" presId="urn:microsoft.com/office/officeart/2005/8/layout/process2"/>
    <dgm:cxn modelId="{B51AFB2F-6370-47A8-8B49-0B4BD534B73E}" type="presOf" srcId="{3C610A02-EC09-47FD-9824-4F4D3C4C49CE}" destId="{4C04CBB2-2E19-4027-A61D-4C74CBC788AB}" srcOrd="0" destOrd="0" presId="urn:microsoft.com/office/officeart/2005/8/layout/process2"/>
    <dgm:cxn modelId="{7E074330-93CB-4DB3-8DA9-8B3CCF40576D}" type="presOf" srcId="{B5934754-99DB-4281-91CD-FAE512E7C97D}" destId="{8781EC5F-FDC2-4709-AD3F-443DEEC5E406}" srcOrd="0" destOrd="0" presId="urn:microsoft.com/office/officeart/2005/8/layout/process2"/>
    <dgm:cxn modelId="{FA594261-A0D9-4686-8DA1-504E69CF2A8F}" type="presOf" srcId="{4DF7F5C1-506E-46BF-A558-02D3E277AF35}" destId="{1D68CFEF-EBCE-436A-9A5F-76D856982852}" srcOrd="0" destOrd="0" presId="urn:microsoft.com/office/officeart/2005/8/layout/process2"/>
    <dgm:cxn modelId="{B9E0C54D-A396-4D76-B373-8A39A9ABFDE4}" type="presOf" srcId="{C09FB691-DACE-48D8-94A1-DDB0A339106C}" destId="{DAD0F128-81C2-4618-8A03-AF6FC90CFABC}" srcOrd="0" destOrd="0" presId="urn:microsoft.com/office/officeart/2005/8/layout/process2"/>
    <dgm:cxn modelId="{EE946E51-E4AC-4CF1-BC23-EADA9EF83CD2}" type="presOf" srcId="{3C610A02-EC09-47FD-9824-4F4D3C4C49CE}" destId="{1AD337D1-ACD0-4E1C-87F9-5A7CFD66CD01}" srcOrd="1" destOrd="0" presId="urn:microsoft.com/office/officeart/2005/8/layout/process2"/>
    <dgm:cxn modelId="{4BECE571-D4AE-4560-A46C-4CAEEF17E1C1}" srcId="{D44CA6CD-0C2F-4906-B509-3766409A9342}" destId="{4DF7F5C1-506E-46BF-A558-02D3E277AF35}" srcOrd="2" destOrd="0" parTransId="{D380AF9D-8E34-4A71-8908-611BC888877F}" sibTransId="{C09FB691-DACE-48D8-94A1-DDB0A339106C}"/>
    <dgm:cxn modelId="{1BB08157-22E0-48C8-9C67-F41C863291DB}" type="presOf" srcId="{D44CA6CD-0C2F-4906-B509-3766409A9342}" destId="{CE45CF79-8C8B-4A60-A5AC-492C7B0DE9E6}" srcOrd="0" destOrd="0" presId="urn:microsoft.com/office/officeart/2005/8/layout/process2"/>
    <dgm:cxn modelId="{A1149E80-C20D-4259-A78C-B186948C8EC1}" type="presOf" srcId="{91FFF762-628C-480F-9E75-12407C824231}" destId="{6FF4EC9D-0C00-4734-A8FC-0D12F3F796B7}" srcOrd="0" destOrd="0" presId="urn:microsoft.com/office/officeart/2005/8/layout/process2"/>
    <dgm:cxn modelId="{EB6A4C85-13FC-476F-8934-B55FA9698F58}" srcId="{D44CA6CD-0C2F-4906-B509-3766409A9342}" destId="{7D1F8418-D656-4FC7-8C77-A09226DFD0A8}" srcOrd="3" destOrd="0" parTransId="{E0D94FE9-185A-4988-A7E1-EF184BD28764}" sibTransId="{1556A809-8C03-44A3-BD39-AA940D57B7A4}"/>
    <dgm:cxn modelId="{4F9B84A7-BC8D-4F6E-AB04-E7F5ADEEFA70}" type="presOf" srcId="{5D041086-1A5C-4AC9-8327-DA89EEE41878}" destId="{8FEA524D-A257-4DC2-8B56-571ACBA88AE6}" srcOrd="0" destOrd="0" presId="urn:microsoft.com/office/officeart/2005/8/layout/process2"/>
    <dgm:cxn modelId="{4931DEB2-E609-4731-AD11-CE227F64C9F3}" type="presOf" srcId="{C09FB691-DACE-48D8-94A1-DDB0A339106C}" destId="{0CECB67E-09AC-4C80-B4BE-4B2B8D4AB1BA}" srcOrd="1" destOrd="0" presId="urn:microsoft.com/office/officeart/2005/8/layout/process2"/>
    <dgm:cxn modelId="{4A5D7FE7-3843-45CE-92E8-1727B970B3E5}" type="presOf" srcId="{222231F5-7FDB-49EB-9B1C-F3BD5E732542}" destId="{E0659266-F58A-4BCD-A3E9-94A7B9175E9F}" srcOrd="1" destOrd="0" presId="urn:microsoft.com/office/officeart/2005/8/layout/process2"/>
    <dgm:cxn modelId="{080FB2F1-6A7A-4F9E-9012-C23207AF9A2B}" srcId="{D44CA6CD-0C2F-4906-B509-3766409A9342}" destId="{91FFF762-628C-480F-9E75-12407C824231}" srcOrd="1" destOrd="0" parTransId="{2F199F72-92AC-4F66-B9DA-894439BFA52C}" sibTransId="{222231F5-7FDB-49EB-9B1C-F3BD5E732542}"/>
    <dgm:cxn modelId="{518444F9-AE3A-4B25-93EE-B90EACF9C1FA}" type="presOf" srcId="{1556A809-8C03-44A3-BD39-AA940D57B7A4}" destId="{49420D23-ECE5-4F38-92AC-8091FA694334}" srcOrd="0" destOrd="0" presId="urn:microsoft.com/office/officeart/2005/8/layout/process2"/>
    <dgm:cxn modelId="{A70586C5-812F-4449-B924-4CCDC2DB5CD5}" type="presParOf" srcId="{CE45CF79-8C8B-4A60-A5AC-492C7B0DE9E6}" destId="{8FEA524D-A257-4DC2-8B56-571ACBA88AE6}" srcOrd="0" destOrd="0" presId="urn:microsoft.com/office/officeart/2005/8/layout/process2"/>
    <dgm:cxn modelId="{454279FD-5668-4B00-A537-BABB84DB8ED0}" type="presParOf" srcId="{CE45CF79-8C8B-4A60-A5AC-492C7B0DE9E6}" destId="{4C04CBB2-2E19-4027-A61D-4C74CBC788AB}" srcOrd="1" destOrd="0" presId="urn:microsoft.com/office/officeart/2005/8/layout/process2"/>
    <dgm:cxn modelId="{ED68A201-1FF1-44A4-B81B-4B37D588383E}" type="presParOf" srcId="{4C04CBB2-2E19-4027-A61D-4C74CBC788AB}" destId="{1AD337D1-ACD0-4E1C-87F9-5A7CFD66CD01}" srcOrd="0" destOrd="0" presId="urn:microsoft.com/office/officeart/2005/8/layout/process2"/>
    <dgm:cxn modelId="{B27F661E-847B-4552-85CF-5036BF45FAB0}" type="presParOf" srcId="{CE45CF79-8C8B-4A60-A5AC-492C7B0DE9E6}" destId="{6FF4EC9D-0C00-4734-A8FC-0D12F3F796B7}" srcOrd="2" destOrd="0" presId="urn:microsoft.com/office/officeart/2005/8/layout/process2"/>
    <dgm:cxn modelId="{A26A9C4E-A41D-4A0D-8071-0EEBBCAD58BB}" type="presParOf" srcId="{CE45CF79-8C8B-4A60-A5AC-492C7B0DE9E6}" destId="{7924AA51-8230-4EBA-ABCB-BB27098E0063}" srcOrd="3" destOrd="0" presId="urn:microsoft.com/office/officeart/2005/8/layout/process2"/>
    <dgm:cxn modelId="{6C436CEB-32F2-44E7-A094-8806919A00A8}" type="presParOf" srcId="{7924AA51-8230-4EBA-ABCB-BB27098E0063}" destId="{E0659266-F58A-4BCD-A3E9-94A7B9175E9F}" srcOrd="0" destOrd="0" presId="urn:microsoft.com/office/officeart/2005/8/layout/process2"/>
    <dgm:cxn modelId="{14D617C1-F6D9-448C-90BA-2DF3BD0DC893}" type="presParOf" srcId="{CE45CF79-8C8B-4A60-A5AC-492C7B0DE9E6}" destId="{1D68CFEF-EBCE-436A-9A5F-76D856982852}" srcOrd="4" destOrd="0" presId="urn:microsoft.com/office/officeart/2005/8/layout/process2"/>
    <dgm:cxn modelId="{8FF67CF2-DF9C-49C6-89E0-8042211455EC}" type="presParOf" srcId="{CE45CF79-8C8B-4A60-A5AC-492C7B0DE9E6}" destId="{DAD0F128-81C2-4618-8A03-AF6FC90CFABC}" srcOrd="5" destOrd="0" presId="urn:microsoft.com/office/officeart/2005/8/layout/process2"/>
    <dgm:cxn modelId="{7E43EAC9-4765-4A9F-82F0-C75F37F0ACA5}" type="presParOf" srcId="{DAD0F128-81C2-4618-8A03-AF6FC90CFABC}" destId="{0CECB67E-09AC-4C80-B4BE-4B2B8D4AB1BA}" srcOrd="0" destOrd="0" presId="urn:microsoft.com/office/officeart/2005/8/layout/process2"/>
    <dgm:cxn modelId="{D3FBB1AA-A2AB-49FB-B05A-01836ACBB8ED}" type="presParOf" srcId="{CE45CF79-8C8B-4A60-A5AC-492C7B0DE9E6}" destId="{11F273E3-A340-4E6B-B240-E7C414650BB8}" srcOrd="6" destOrd="0" presId="urn:microsoft.com/office/officeart/2005/8/layout/process2"/>
    <dgm:cxn modelId="{B0DB12D7-A9DB-4B05-BF33-3BC5B997D86E}" type="presParOf" srcId="{CE45CF79-8C8B-4A60-A5AC-492C7B0DE9E6}" destId="{49420D23-ECE5-4F38-92AC-8091FA694334}" srcOrd="7" destOrd="0" presId="urn:microsoft.com/office/officeart/2005/8/layout/process2"/>
    <dgm:cxn modelId="{C96EB4A3-0924-402D-964A-D31BEAC31B4D}" type="presParOf" srcId="{49420D23-ECE5-4F38-92AC-8091FA694334}" destId="{52F85FDB-F6C2-4629-82E9-5FB9E5AE81C4}" srcOrd="0" destOrd="0" presId="urn:microsoft.com/office/officeart/2005/8/layout/process2"/>
    <dgm:cxn modelId="{1AE33CAB-3F30-46D4-A987-896B8D0E4B04}" type="presParOf" srcId="{CE45CF79-8C8B-4A60-A5AC-492C7B0DE9E6}" destId="{8781EC5F-FDC2-4709-AD3F-443DEEC5E406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F1EA1-1E92-4FEC-8E78-7F8E848D0E9D}">
      <dsp:nvSpPr>
        <dsp:cNvPr id="0" name=""/>
        <dsp:cNvSpPr/>
      </dsp:nvSpPr>
      <dsp:spPr>
        <a:xfrm>
          <a:off x="4087340" y="4934"/>
          <a:ext cx="2340919" cy="585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Dataset Collection</a:t>
          </a:r>
        </a:p>
      </dsp:txBody>
      <dsp:txXfrm>
        <a:off x="4104481" y="22075"/>
        <a:ext cx="2306637" cy="550947"/>
      </dsp:txXfrm>
    </dsp:sp>
    <dsp:sp modelId="{FB33ED95-0D40-4EE7-B8D4-9D6EE734C579}">
      <dsp:nvSpPr>
        <dsp:cNvPr id="0" name=""/>
        <dsp:cNvSpPr/>
      </dsp:nvSpPr>
      <dsp:spPr>
        <a:xfrm rot="5400000">
          <a:off x="5148069" y="604795"/>
          <a:ext cx="219461" cy="263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5178794" y="626741"/>
        <a:ext cx="158011" cy="153623"/>
      </dsp:txXfrm>
    </dsp:sp>
    <dsp:sp modelId="{2E3C7360-F9A0-47F2-A620-4313E5F1CE9F}">
      <dsp:nvSpPr>
        <dsp:cNvPr id="0" name=""/>
        <dsp:cNvSpPr/>
      </dsp:nvSpPr>
      <dsp:spPr>
        <a:xfrm>
          <a:off x="4087340" y="882779"/>
          <a:ext cx="2340919" cy="585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 Preprocessing</a:t>
          </a:r>
        </a:p>
      </dsp:txBody>
      <dsp:txXfrm>
        <a:off x="4104481" y="899920"/>
        <a:ext cx="2306637" cy="550947"/>
      </dsp:txXfrm>
    </dsp:sp>
    <dsp:sp modelId="{EEC7C845-5F1E-4F44-A7E8-35B8984481B2}">
      <dsp:nvSpPr>
        <dsp:cNvPr id="0" name=""/>
        <dsp:cNvSpPr/>
      </dsp:nvSpPr>
      <dsp:spPr>
        <a:xfrm rot="5400000">
          <a:off x="5148069" y="1482640"/>
          <a:ext cx="219461" cy="263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5178794" y="1504586"/>
        <a:ext cx="158011" cy="153623"/>
      </dsp:txXfrm>
    </dsp:sp>
    <dsp:sp modelId="{69FAA791-1220-4070-A3BF-A791EF86120A}">
      <dsp:nvSpPr>
        <dsp:cNvPr id="0" name=""/>
        <dsp:cNvSpPr/>
      </dsp:nvSpPr>
      <dsp:spPr>
        <a:xfrm>
          <a:off x="4087340" y="1760624"/>
          <a:ext cx="2340919" cy="585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Exploratory Data Analysis (EDA)</a:t>
          </a:r>
        </a:p>
      </dsp:txBody>
      <dsp:txXfrm>
        <a:off x="4104481" y="1777765"/>
        <a:ext cx="2306637" cy="550947"/>
      </dsp:txXfrm>
    </dsp:sp>
    <dsp:sp modelId="{5FA267DA-4B2A-4B3D-9F9F-056128A42295}">
      <dsp:nvSpPr>
        <dsp:cNvPr id="0" name=""/>
        <dsp:cNvSpPr/>
      </dsp:nvSpPr>
      <dsp:spPr>
        <a:xfrm rot="5400000">
          <a:off x="5148069" y="2360484"/>
          <a:ext cx="219461" cy="263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5178794" y="2382430"/>
        <a:ext cx="158011" cy="153623"/>
      </dsp:txXfrm>
    </dsp:sp>
    <dsp:sp modelId="{97D2A3E9-0B1A-4CFA-9714-E8685F4FFDC4}">
      <dsp:nvSpPr>
        <dsp:cNvPr id="0" name=""/>
        <dsp:cNvSpPr/>
      </dsp:nvSpPr>
      <dsp:spPr>
        <a:xfrm>
          <a:off x="4087340" y="2638468"/>
          <a:ext cx="2340919" cy="585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Feature Selection</a:t>
          </a:r>
          <a:endParaRPr lang="en-IN" sz="2000" kern="1200" dirty="0"/>
        </a:p>
      </dsp:txBody>
      <dsp:txXfrm>
        <a:off x="4104481" y="2655609"/>
        <a:ext cx="2306637" cy="550947"/>
      </dsp:txXfrm>
    </dsp:sp>
    <dsp:sp modelId="{D5A445D7-B3A5-4FDC-B65E-8EC43D8EFF47}">
      <dsp:nvSpPr>
        <dsp:cNvPr id="0" name=""/>
        <dsp:cNvSpPr/>
      </dsp:nvSpPr>
      <dsp:spPr>
        <a:xfrm rot="5400000">
          <a:off x="5148069" y="3238329"/>
          <a:ext cx="219461" cy="263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5178794" y="3260275"/>
        <a:ext cx="158011" cy="153623"/>
      </dsp:txXfrm>
    </dsp:sp>
    <dsp:sp modelId="{CB38DA23-610C-4B78-8EE0-0169264D322F}">
      <dsp:nvSpPr>
        <dsp:cNvPr id="0" name=""/>
        <dsp:cNvSpPr/>
      </dsp:nvSpPr>
      <dsp:spPr>
        <a:xfrm>
          <a:off x="4087340" y="3516313"/>
          <a:ext cx="2340919" cy="585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Train-Test Split (80:20)</a:t>
          </a:r>
          <a:endParaRPr lang="en-IN" sz="2000" kern="1200" dirty="0"/>
        </a:p>
      </dsp:txBody>
      <dsp:txXfrm>
        <a:off x="4104481" y="3533454"/>
        <a:ext cx="2306637" cy="550947"/>
      </dsp:txXfrm>
    </dsp:sp>
    <dsp:sp modelId="{F09D0EE3-6D83-4ADB-80E1-5DE1BEF8D85D}">
      <dsp:nvSpPr>
        <dsp:cNvPr id="0" name=""/>
        <dsp:cNvSpPr/>
      </dsp:nvSpPr>
      <dsp:spPr>
        <a:xfrm rot="5400000">
          <a:off x="5148069" y="4116173"/>
          <a:ext cx="219461" cy="263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5178794" y="4138119"/>
        <a:ext cx="158011" cy="153623"/>
      </dsp:txXfrm>
    </dsp:sp>
    <dsp:sp modelId="{AE14F44A-A2D7-491C-B41D-8E2638CB3508}">
      <dsp:nvSpPr>
        <dsp:cNvPr id="0" name=""/>
        <dsp:cNvSpPr/>
      </dsp:nvSpPr>
      <dsp:spPr>
        <a:xfrm>
          <a:off x="4087340" y="4394158"/>
          <a:ext cx="2340919" cy="585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Linear Regression Model</a:t>
          </a:r>
          <a:endParaRPr lang="en-IN" sz="2000" kern="1200" dirty="0"/>
        </a:p>
      </dsp:txBody>
      <dsp:txXfrm>
        <a:off x="4104481" y="4411299"/>
        <a:ext cx="2306637" cy="550947"/>
      </dsp:txXfrm>
    </dsp:sp>
    <dsp:sp modelId="{BBF44935-6220-4D5D-9236-B60C08D2B033}">
      <dsp:nvSpPr>
        <dsp:cNvPr id="0" name=""/>
        <dsp:cNvSpPr/>
      </dsp:nvSpPr>
      <dsp:spPr>
        <a:xfrm rot="5400000">
          <a:off x="5148069" y="4994018"/>
          <a:ext cx="219461" cy="263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5178794" y="5015964"/>
        <a:ext cx="158011" cy="153623"/>
      </dsp:txXfrm>
    </dsp:sp>
    <dsp:sp modelId="{403CCBD8-8E10-4AE1-96B7-A807B91E4FB2}">
      <dsp:nvSpPr>
        <dsp:cNvPr id="0" name=""/>
        <dsp:cNvSpPr/>
      </dsp:nvSpPr>
      <dsp:spPr>
        <a:xfrm>
          <a:off x="4087340" y="5272002"/>
          <a:ext cx="2340919" cy="585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Prediction</a:t>
          </a:r>
          <a:endParaRPr lang="en-IN" sz="2000" kern="1200" dirty="0"/>
        </a:p>
      </dsp:txBody>
      <dsp:txXfrm>
        <a:off x="4104481" y="5289143"/>
        <a:ext cx="2306637" cy="550947"/>
      </dsp:txXfrm>
    </dsp:sp>
    <dsp:sp modelId="{88FE347C-C828-4521-966C-B9C75B7A76BD}">
      <dsp:nvSpPr>
        <dsp:cNvPr id="0" name=""/>
        <dsp:cNvSpPr/>
      </dsp:nvSpPr>
      <dsp:spPr>
        <a:xfrm rot="5400000">
          <a:off x="5148069" y="5871863"/>
          <a:ext cx="219461" cy="263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5178794" y="5893809"/>
        <a:ext cx="158011" cy="153623"/>
      </dsp:txXfrm>
    </dsp:sp>
    <dsp:sp modelId="{8D382E13-0A5B-43F5-A3F3-99DD4E44DC13}">
      <dsp:nvSpPr>
        <dsp:cNvPr id="0" name=""/>
        <dsp:cNvSpPr/>
      </dsp:nvSpPr>
      <dsp:spPr>
        <a:xfrm>
          <a:off x="4087340" y="6149847"/>
          <a:ext cx="2340919" cy="585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Model Evaluation</a:t>
          </a:r>
          <a:endParaRPr lang="en-IN" sz="2000" kern="1200" dirty="0"/>
        </a:p>
      </dsp:txBody>
      <dsp:txXfrm>
        <a:off x="4104481" y="6166988"/>
        <a:ext cx="2306637" cy="5509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EA524D-A257-4DC2-8B56-571ACBA88AE6}">
      <dsp:nvSpPr>
        <dsp:cNvPr id="0" name=""/>
        <dsp:cNvSpPr/>
      </dsp:nvSpPr>
      <dsp:spPr>
        <a:xfrm>
          <a:off x="1349077" y="2655"/>
          <a:ext cx="2483444" cy="62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Input Features</a:t>
          </a:r>
        </a:p>
      </dsp:txBody>
      <dsp:txXfrm>
        <a:off x="1367261" y="20839"/>
        <a:ext cx="2447076" cy="584493"/>
      </dsp:txXfrm>
    </dsp:sp>
    <dsp:sp modelId="{4C04CBB2-2E19-4027-A61D-4C74CBC788AB}">
      <dsp:nvSpPr>
        <dsp:cNvPr id="0" name=""/>
        <dsp:cNvSpPr/>
      </dsp:nvSpPr>
      <dsp:spPr>
        <a:xfrm rot="5400000">
          <a:off x="2474388" y="639037"/>
          <a:ext cx="232822" cy="2793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2506983" y="662320"/>
        <a:ext cx="167633" cy="162975"/>
      </dsp:txXfrm>
    </dsp:sp>
    <dsp:sp modelId="{6FF4EC9D-0C00-4734-A8FC-0D12F3F796B7}">
      <dsp:nvSpPr>
        <dsp:cNvPr id="0" name=""/>
        <dsp:cNvSpPr/>
      </dsp:nvSpPr>
      <dsp:spPr>
        <a:xfrm>
          <a:off x="1349077" y="933946"/>
          <a:ext cx="2483444" cy="62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Train-Test Split (80:20)</a:t>
          </a:r>
        </a:p>
      </dsp:txBody>
      <dsp:txXfrm>
        <a:off x="1367261" y="952130"/>
        <a:ext cx="2447076" cy="584493"/>
      </dsp:txXfrm>
    </dsp:sp>
    <dsp:sp modelId="{7924AA51-8230-4EBA-ABCB-BB27098E0063}">
      <dsp:nvSpPr>
        <dsp:cNvPr id="0" name=""/>
        <dsp:cNvSpPr/>
      </dsp:nvSpPr>
      <dsp:spPr>
        <a:xfrm rot="5400000">
          <a:off x="2474388" y="1570329"/>
          <a:ext cx="232822" cy="2793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2506983" y="1593612"/>
        <a:ext cx="167633" cy="162975"/>
      </dsp:txXfrm>
    </dsp:sp>
    <dsp:sp modelId="{1D68CFEF-EBCE-436A-9A5F-76D856982852}">
      <dsp:nvSpPr>
        <dsp:cNvPr id="0" name=""/>
        <dsp:cNvSpPr/>
      </dsp:nvSpPr>
      <dsp:spPr>
        <a:xfrm>
          <a:off x="1349077" y="1865238"/>
          <a:ext cx="2483444" cy="62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Linear Regression Model</a:t>
          </a:r>
        </a:p>
      </dsp:txBody>
      <dsp:txXfrm>
        <a:off x="1367261" y="1883422"/>
        <a:ext cx="2447076" cy="584493"/>
      </dsp:txXfrm>
    </dsp:sp>
    <dsp:sp modelId="{DAD0F128-81C2-4618-8A03-AF6FC90CFABC}">
      <dsp:nvSpPr>
        <dsp:cNvPr id="0" name=""/>
        <dsp:cNvSpPr/>
      </dsp:nvSpPr>
      <dsp:spPr>
        <a:xfrm rot="5400000">
          <a:off x="2474388" y="2501621"/>
          <a:ext cx="232822" cy="2793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2506983" y="2524904"/>
        <a:ext cx="167633" cy="162975"/>
      </dsp:txXfrm>
    </dsp:sp>
    <dsp:sp modelId="{11F273E3-A340-4E6B-B240-E7C414650BB8}">
      <dsp:nvSpPr>
        <dsp:cNvPr id="0" name=""/>
        <dsp:cNvSpPr/>
      </dsp:nvSpPr>
      <dsp:spPr>
        <a:xfrm>
          <a:off x="1349077" y="2796530"/>
          <a:ext cx="2483444" cy="62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Model Training</a:t>
          </a:r>
          <a:endParaRPr lang="en-IN" sz="2000" kern="1200" dirty="0"/>
        </a:p>
      </dsp:txBody>
      <dsp:txXfrm>
        <a:off x="1367261" y="2814714"/>
        <a:ext cx="2447076" cy="584493"/>
      </dsp:txXfrm>
    </dsp:sp>
    <dsp:sp modelId="{49420D23-ECE5-4F38-92AC-8091FA694334}">
      <dsp:nvSpPr>
        <dsp:cNvPr id="0" name=""/>
        <dsp:cNvSpPr/>
      </dsp:nvSpPr>
      <dsp:spPr>
        <a:xfrm rot="5400000">
          <a:off x="2474388" y="3432912"/>
          <a:ext cx="232822" cy="2793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2506983" y="3456195"/>
        <a:ext cx="167633" cy="162975"/>
      </dsp:txXfrm>
    </dsp:sp>
    <dsp:sp modelId="{8781EC5F-FDC2-4709-AD3F-443DEEC5E406}">
      <dsp:nvSpPr>
        <dsp:cNvPr id="0" name=""/>
        <dsp:cNvSpPr/>
      </dsp:nvSpPr>
      <dsp:spPr>
        <a:xfrm>
          <a:off x="1349077" y="3727821"/>
          <a:ext cx="2483444" cy="62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Prediction of GPA</a:t>
          </a:r>
          <a:endParaRPr lang="en-IN" sz="2000" kern="1200" dirty="0"/>
        </a:p>
      </dsp:txBody>
      <dsp:txXfrm>
        <a:off x="1367261" y="3746005"/>
        <a:ext cx="2447076" cy="5844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0150-B254-4ADE-F091-CCC108355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17551-A541-43FB-0B90-A07CEA4FC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A93BB-913F-6A41-5A26-0173E531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A35D2-9491-29E9-D14A-2678D9A3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758A6-2C5C-43B6-FE16-DE8B36BF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811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6A02-502A-0B05-C500-A8438CD7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E11CE-0DE3-C163-75EF-FD2EE7ECD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0B9D1-3417-6D83-9B56-00D4B08E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0AA7D-4C1F-5D10-ACE3-290AB333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CDAE0-C04D-513A-421C-33165FC31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05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919B-9553-B1B8-741A-FD3592E5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2418F-0B78-D1DB-612F-B07A7C3AB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54385-617C-069C-4F5C-2052427D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8E409-AC8D-3DBB-DF6B-977A3DB87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0916-21F5-5E30-56A6-433369AD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944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A3405-23BB-38DB-01DF-7260A66B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D960A-9EB6-095A-A637-E2747518B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2D5CD-6E28-D1CB-6CAA-83FC8B6D2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DE961-8EC2-E4B4-821E-74F3F24F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60255-F900-F44F-394B-8858B9CB7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DE680-4AEC-0BC9-CC46-37E01909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37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6631-C939-0B8F-FF85-01D97124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48E18-3484-DFF4-E12F-10A40D3F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6D959-49B4-DA03-4144-BD3754050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EC2C7B-00E2-35D1-8ED1-0C46A0993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09941-4639-B22A-DDAA-01774A6D0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B9AE2F-0B4E-FA04-2B5F-5129E1D2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E857C9-7E0D-07CF-5A37-5AC4FD8F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DCA354-F629-F3F6-46C9-9937F7D9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09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47FB-770F-6253-2DBA-A289C17FE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D8CD0-AF84-EF73-0F38-C8A5E01D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72F0E-DE17-BC41-F232-865068C8F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D1D93-80F4-94D6-EEA9-8F7F2492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58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EF787-460F-E845-875C-0D430D38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01558-03F5-299A-E4F7-D650DD90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F61E6-915A-8E00-B99C-2AA7B89D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32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1340-ACAF-B0AB-2C88-7C856653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AC3D7-4E06-86F4-E0AE-26C01F0EC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0F9EC-304C-5205-9E77-30386828A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67F6F-D026-91F6-75E6-F99BE755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9459D-C8C0-A734-B1D1-8CC96719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80E15-5F08-426F-4B75-DD635AA3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99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6AC4-89F3-AB63-ADEC-2A4E23F81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83BA3-F457-1289-6485-8E1CDE1633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CCDE8-5D03-FC5D-48D8-4DF34380E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00056-02CF-05B4-6C6B-38D2CE64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3BAFA-2D3C-292B-AE2E-2440EFED1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20B6E-AD23-35FD-4084-156961B9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96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5618-D4C1-AD39-6BF5-BCE0681F1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06F78-302C-E984-09C5-1322C9E5A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67949-7BFA-B630-DDE2-7B91656D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9B878-8635-242F-630C-47A989368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F3738-9505-2EF6-A7A3-A343DC60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165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70811-63BA-9852-E505-7AE3EC753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8B6EC2-947B-3A8B-29AB-566CDF14C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8A748-8DDF-FFD5-7467-AA720754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55BD0-91F1-0C32-9C47-96D661ABB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EEDEF-0B9A-7FBE-FEBC-FABF651A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62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1D9F-FA57-6D3B-EB1B-3F4C2F68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46FC0-8572-D32C-425E-0B1A51842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0985E-5984-BD90-843E-8876C335C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CB5FF-D4E7-412B-AC65-1A70134FD407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30202-C00A-1777-D92E-8FB2AA2FE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4DC35-CF05-288B-04F6-4D73D19DE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1670F-15D4-4744-9CEB-E37D6D4B9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35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E89C-28B0-D1C5-E779-50E6A6256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88490"/>
            <a:ext cx="9753600" cy="1101213"/>
          </a:xfrm>
        </p:spPr>
        <p:txBody>
          <a:bodyPr>
            <a:noAutofit/>
          </a:bodyPr>
          <a:lstStyle/>
          <a:p>
            <a:r>
              <a:rPr lang="en-US" sz="4000" b="1" i="1" u="sng" dirty="0"/>
              <a:t>Student Performance Prediction using Machine Learning</a:t>
            </a:r>
            <a:endParaRPr lang="en-IN" sz="4000" b="1" i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FD736-CB3D-ED99-B4CA-7FF5D89F1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7187" y="1622323"/>
            <a:ext cx="9330813" cy="3635477"/>
          </a:xfrm>
        </p:spPr>
        <p:txBody>
          <a:bodyPr/>
          <a:lstStyle/>
          <a:p>
            <a:pPr algn="l"/>
            <a:endParaRPr lang="en-US" dirty="0"/>
          </a:p>
          <a:p>
            <a:pPr algn="l"/>
            <a:r>
              <a:rPr lang="en-US" sz="2800" dirty="0"/>
              <a:t>Internship Week 4 – Predictive Analytics System</a:t>
            </a:r>
          </a:p>
          <a:p>
            <a:pPr algn="l"/>
            <a:endParaRPr lang="en-US" dirty="0"/>
          </a:p>
          <a:p>
            <a:pPr algn="l"/>
            <a:r>
              <a:rPr lang="en-US" sz="2000" dirty="0"/>
              <a:t>Prepared by:</a:t>
            </a:r>
          </a:p>
          <a:p>
            <a:pPr algn="l"/>
            <a:r>
              <a:rPr lang="en-US" sz="2000" dirty="0"/>
              <a:t>Abhay Joshi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 err="1"/>
              <a:t>ReadyNest</a:t>
            </a:r>
            <a:r>
              <a:rPr lang="en-US" sz="2000" dirty="0"/>
              <a:t> Internship Program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659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6EF6-91CC-4C8D-A8F8-66FCE8D3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u="sng" dirty="0"/>
              <a:t>Project Objective &amp;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36072-7AAE-EF4D-405F-2A5812A8A2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sz="2000" dirty="0"/>
              <a:t>Build a predictive analytics system to predict student GPA.</a:t>
            </a:r>
          </a:p>
          <a:p>
            <a:r>
              <a:rPr lang="en-IN" sz="2000" dirty="0" err="1"/>
              <a:t>Analyze</a:t>
            </a:r>
            <a:r>
              <a:rPr lang="en-IN" sz="2000" dirty="0"/>
              <a:t> factors affecting academic performance.</a:t>
            </a:r>
          </a:p>
          <a:p>
            <a:r>
              <a:rPr lang="en-IN" sz="2000" dirty="0"/>
              <a:t>Apply machine learning techniques for prediction.</a:t>
            </a:r>
          </a:p>
          <a:p>
            <a:r>
              <a:rPr lang="en-IN" sz="2000" dirty="0"/>
              <a:t>Evaluate the model using performance metrics.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FC0A1-2760-4407-3A22-46B1757986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Dataset Information</a:t>
            </a:r>
          </a:p>
          <a:p>
            <a:r>
              <a:rPr lang="en-IN" sz="2000" dirty="0"/>
              <a:t>Source: Student Performance Dataset</a:t>
            </a:r>
          </a:p>
          <a:p>
            <a:r>
              <a:rPr lang="en-IN" sz="2000" dirty="0"/>
              <a:t>Total Records: </a:t>
            </a:r>
            <a:r>
              <a:rPr lang="en-IN" sz="2000" b="1" dirty="0"/>
              <a:t>2,392</a:t>
            </a:r>
          </a:p>
          <a:p>
            <a:r>
              <a:rPr lang="en-IN" sz="2000" dirty="0"/>
              <a:t>Target Variable: </a:t>
            </a:r>
            <a:r>
              <a:rPr lang="en-IN" sz="2000" b="1" dirty="0"/>
              <a:t>GPA</a:t>
            </a:r>
          </a:p>
          <a:p>
            <a:r>
              <a:rPr lang="en-IN" sz="2000" dirty="0"/>
              <a:t>Features Used: </a:t>
            </a:r>
            <a:r>
              <a:rPr lang="en-IN" sz="2000" b="1" dirty="0"/>
              <a:t>12</a:t>
            </a:r>
          </a:p>
          <a:p>
            <a:r>
              <a:rPr lang="en-IN" sz="2000" dirty="0"/>
              <a:t>Model: </a:t>
            </a:r>
            <a:r>
              <a:rPr lang="en-IN" sz="2000" b="1" dirty="0"/>
              <a:t>Linear Regression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0188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73AE-113E-7A0D-C527-9781A961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708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/>
              <a:t>Methodology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61DE20-8693-62E4-85CD-2D11BB2F6E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493176"/>
              </p:ext>
            </p:extLst>
          </p:nvPr>
        </p:nvGraphicFramePr>
        <p:xfrm>
          <a:off x="838200" y="117988"/>
          <a:ext cx="10515600" cy="6740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336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774D-9BFB-1F45-6A1C-60141884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2889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/>
              <a:t>Exploratory Data Analysis (EDA)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3C1D14-C31F-EEBF-0980-9C09467FEC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dirty="0"/>
              <a:t>                             GPA Distribution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5204E9-F9E7-F27E-5D62-785379F5C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9960" y="1825625"/>
            <a:ext cx="490383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                            Study Time vs GPA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325610-B0FF-944F-529F-34BC3AAFF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90823"/>
            <a:ext cx="5257800" cy="42763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4346723-6AFB-C959-A8C6-42967B5D3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987" y="1215839"/>
            <a:ext cx="5722374" cy="414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8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C4272-739F-23E8-1856-5BB1E1B90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30941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/>
              <a:t>Correlation Analysis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722F0E-6A3B-CE13-9FC7-54F6B2B78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748"/>
            <a:ext cx="10515600" cy="60812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Key Observations:</a:t>
            </a:r>
          </a:p>
          <a:p>
            <a:r>
              <a:rPr lang="en-IN" sz="2000" dirty="0"/>
              <a:t>The heatmap shows the correlation between all numerical features.</a:t>
            </a:r>
          </a:p>
          <a:p>
            <a:r>
              <a:rPr lang="en-IN" sz="2000" dirty="0"/>
              <a:t>Study time and parental support show a positive relationship with GPA.</a:t>
            </a:r>
          </a:p>
          <a:p>
            <a:r>
              <a:rPr lang="en-IN" sz="2000" dirty="0"/>
              <a:t>Absences have a negative relationship with GPA.</a:t>
            </a:r>
          </a:p>
          <a:p>
            <a:r>
              <a:rPr lang="en-IN" sz="2000" dirty="0"/>
              <a:t>The heatmap helped identify important features for model building.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575840-7CDF-60CE-4BD9-571AC7C9F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35" y="530943"/>
            <a:ext cx="11533239" cy="403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4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5BC6-DCDE-A106-22DF-7C476FE30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u="sng" dirty="0"/>
              <a:t>Machine Learning Model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85E0B9-D1EB-21BB-1BE2-5F0D982DE9B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19127249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A474C-BEEC-4018-F9A1-1F220CAAC4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Model Details:</a:t>
            </a:r>
          </a:p>
          <a:p>
            <a:r>
              <a:rPr lang="en-IN" sz="2000" dirty="0"/>
              <a:t>Linear Regression</a:t>
            </a:r>
          </a:p>
          <a:p>
            <a:r>
              <a:rPr lang="en-IN" sz="2000" dirty="0"/>
              <a:t>80% Training Data</a:t>
            </a:r>
          </a:p>
          <a:p>
            <a:r>
              <a:rPr lang="en-IN" sz="2000" dirty="0"/>
              <a:t>20% Testing Data</a:t>
            </a:r>
          </a:p>
          <a:p>
            <a:r>
              <a:rPr lang="en-IN" sz="2000" dirty="0"/>
              <a:t>Target: GPA </a:t>
            </a:r>
          </a:p>
          <a:p>
            <a:r>
              <a:rPr lang="en-IN" sz="2000" dirty="0"/>
              <a:t>Scikit-learn </a:t>
            </a:r>
          </a:p>
        </p:txBody>
      </p:sp>
    </p:spTree>
    <p:extLst>
      <p:ext uri="{BB962C8B-B14F-4D97-AF65-F5344CB8AC3E}">
        <p14:creationId xmlns:p14="http://schemas.microsoft.com/office/powerpoint/2010/main" val="705147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9E9B2-1ED4-D514-ACEF-3BAE71537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u="sng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BD1DA-0E2D-6123-82CB-0A133A820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4010" y="1825625"/>
            <a:ext cx="547579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Evaluation Metrics: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9AB9DB1-CCD6-4E1E-A43E-1D696707D6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83120067"/>
              </p:ext>
            </p:extLst>
          </p:nvPr>
        </p:nvGraphicFramePr>
        <p:xfrm>
          <a:off x="636608" y="2442258"/>
          <a:ext cx="4930816" cy="2882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408">
                  <a:extLst>
                    <a:ext uri="{9D8B030D-6E8A-4147-A177-3AD203B41FA5}">
                      <a16:colId xmlns:a16="http://schemas.microsoft.com/office/drawing/2014/main" val="987603824"/>
                    </a:ext>
                  </a:extLst>
                </a:gridCol>
                <a:gridCol w="2465408">
                  <a:extLst>
                    <a:ext uri="{9D8B030D-6E8A-4147-A177-3AD203B41FA5}">
                      <a16:colId xmlns:a16="http://schemas.microsoft.com/office/drawing/2014/main" val="4201891188"/>
                    </a:ext>
                  </a:extLst>
                </a:gridCol>
              </a:tblGrid>
              <a:tr h="720524">
                <a:tc>
                  <a:txBody>
                    <a:bodyPr/>
                    <a:lstStyle/>
                    <a:p>
                      <a:r>
                        <a:rPr lang="en-IN" sz="24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23660"/>
                  </a:ext>
                </a:extLst>
              </a:tr>
              <a:tr h="720524">
                <a:tc>
                  <a:txBody>
                    <a:bodyPr/>
                    <a:lstStyle/>
                    <a:p>
                      <a:r>
                        <a:rPr lang="en-IN" dirty="0"/>
                        <a:t>Mean Absolute Error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0.1553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740765"/>
                  </a:ext>
                </a:extLst>
              </a:tr>
              <a:tr h="720524">
                <a:tc>
                  <a:txBody>
                    <a:bodyPr/>
                    <a:lstStyle/>
                    <a:p>
                      <a:r>
                        <a:rPr lang="en-IN" dirty="0"/>
                        <a:t>Mean Squared Error (MSE)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0.0387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328625"/>
                  </a:ext>
                </a:extLst>
              </a:tr>
              <a:tr h="720524">
                <a:tc>
                  <a:txBody>
                    <a:bodyPr/>
                    <a:lstStyle/>
                    <a:p>
                      <a:r>
                        <a:rPr lang="en-IN" dirty="0"/>
                        <a:t>R²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20672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A476A-3690-EC48-BDE3-4F23BBCBF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076" y="1290823"/>
            <a:ext cx="5189316" cy="427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80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04DA-43B8-D4FB-48FD-ECC8CDB3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u="sng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573BA-4699-1521-5F1A-4DAA24472A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Conclusion:</a:t>
            </a:r>
          </a:p>
          <a:p>
            <a:r>
              <a:rPr lang="en-IN" sz="2000" dirty="0"/>
              <a:t>Successfully developed a predictive analytics system using Linear Regression.</a:t>
            </a:r>
          </a:p>
          <a:p>
            <a:r>
              <a:rPr lang="en-IN" sz="2000" dirty="0"/>
              <a:t>Performed data preprocessing and exploratory data analysis.</a:t>
            </a:r>
          </a:p>
          <a:p>
            <a:r>
              <a:rPr lang="en-IN" sz="2000" dirty="0"/>
              <a:t>Achieved excellent model performance with an </a:t>
            </a:r>
            <a:r>
              <a:rPr lang="en-IN" sz="2000" b="1" dirty="0"/>
              <a:t>R² Score of 0.9532</a:t>
            </a:r>
            <a:r>
              <a:rPr lang="en-IN" sz="2000" dirty="0"/>
              <a:t>.</a:t>
            </a:r>
          </a:p>
          <a:p>
            <a:r>
              <a:rPr lang="en-IN" sz="2000" dirty="0"/>
              <a:t>Demonstrated how machine learning can predict student academic performance.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1735D-29BF-8007-F830-57C51B4F56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Future Scope:</a:t>
            </a:r>
          </a:p>
          <a:p>
            <a:r>
              <a:rPr lang="en-IN" sz="2000" dirty="0"/>
              <a:t>Compare multiple machine learning algorithms.</a:t>
            </a:r>
          </a:p>
          <a:p>
            <a:r>
              <a:rPr lang="en-IN" sz="2000" dirty="0"/>
              <a:t>Use larger and more diverse datasets.</a:t>
            </a:r>
          </a:p>
          <a:p>
            <a:r>
              <a:rPr lang="en-IN" sz="2000" dirty="0"/>
              <a:t>Develop a web application for GPA prediction.</a:t>
            </a:r>
          </a:p>
          <a:p>
            <a:r>
              <a:rPr lang="en-IN" sz="2000" dirty="0"/>
              <a:t>Continuously improve the model using new student data.</a:t>
            </a:r>
          </a:p>
        </p:txBody>
      </p:sp>
    </p:spTree>
    <p:extLst>
      <p:ext uri="{BB962C8B-B14F-4D97-AF65-F5344CB8AC3E}">
        <p14:creationId xmlns:p14="http://schemas.microsoft.com/office/powerpoint/2010/main" val="61360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A1EB-F2EE-8D13-5ADE-A07685D59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2875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77651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301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Student Performance Prediction using Machine Learning</vt:lpstr>
      <vt:lpstr>Project Objective &amp; Dataset</vt:lpstr>
      <vt:lpstr>Methodology</vt:lpstr>
      <vt:lpstr>Exploratory Data Analysis (EDA)</vt:lpstr>
      <vt:lpstr>Correlation Analysis</vt:lpstr>
      <vt:lpstr>Machine Learning Model</vt:lpstr>
      <vt:lpstr>Model Performance</vt:lpstr>
      <vt:lpstr>Conclusion &amp;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Abhay Joshi</dc:creator>
  <cp:lastModifiedBy>Abhay Joshi</cp:lastModifiedBy>
  <cp:revision>1</cp:revision>
  <dcterms:created xsi:type="dcterms:W3CDTF">2026-07-10T10:34:34Z</dcterms:created>
  <dcterms:modified xsi:type="dcterms:W3CDTF">2026-07-10T11:28:14Z</dcterms:modified>
</cp:coreProperties>
</file>